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6" r:id="rId1"/>
  </p:sldMasterIdLst>
  <p:notesMasterIdLst>
    <p:notesMasterId r:id="rId26"/>
  </p:notesMasterIdLst>
  <p:sldIdLst>
    <p:sldId id="256" r:id="rId2"/>
    <p:sldId id="257" r:id="rId3"/>
    <p:sldId id="279" r:id="rId4"/>
    <p:sldId id="282" r:id="rId5"/>
    <p:sldId id="258" r:id="rId6"/>
    <p:sldId id="280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6" r:id="rId19"/>
    <p:sldId id="271" r:id="rId20"/>
    <p:sldId id="272" r:id="rId21"/>
    <p:sldId id="273" r:id="rId22"/>
    <p:sldId id="277" r:id="rId23"/>
    <p:sldId id="278" r:id="rId24"/>
    <p:sldId id="275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6" Type="http://schemas.openxmlformats.org/officeDocument/2006/relationships/image" Target="../media/image35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sv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svg"/><Relationship Id="rId4" Type="http://schemas.openxmlformats.org/officeDocument/2006/relationships/image" Target="../media/image58.svg"/><Relationship Id="rId9" Type="http://schemas.openxmlformats.org/officeDocument/2006/relationships/image" Target="../media/image63.png"/><Relationship Id="rId14" Type="http://schemas.openxmlformats.org/officeDocument/2006/relationships/image" Target="../media/image68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4" Type="http://schemas.openxmlformats.org/officeDocument/2006/relationships/image" Target="../media/image7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6" Type="http://schemas.openxmlformats.org/officeDocument/2006/relationships/image" Target="../media/image35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sv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svg"/><Relationship Id="rId4" Type="http://schemas.openxmlformats.org/officeDocument/2006/relationships/image" Target="../media/image58.svg"/><Relationship Id="rId9" Type="http://schemas.openxmlformats.org/officeDocument/2006/relationships/image" Target="../media/image63.png"/><Relationship Id="rId14" Type="http://schemas.openxmlformats.org/officeDocument/2006/relationships/image" Target="../media/image68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Relationship Id="rId4" Type="http://schemas.openxmlformats.org/officeDocument/2006/relationships/image" Target="../media/image7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5F0999-6807-4C8B-9E5B-F2B63DC878E0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C9CB838A-CF13-4F55-BDC9-A8FAF56A69C5}">
      <dgm:prSet/>
      <dgm:spPr/>
      <dgm:t>
        <a:bodyPr/>
        <a:lstStyle/>
        <a:p>
          <a:r>
            <a:rPr lang="en-US" dirty="0"/>
            <a:t>Basic Software: Standard platform with all the available features. </a:t>
          </a:r>
        </a:p>
        <a:p>
          <a:r>
            <a:rPr lang="en-US" dirty="0"/>
            <a:t>Starts at 500000 BDT/year</a:t>
          </a:r>
        </a:p>
      </dgm:t>
    </dgm:pt>
    <dgm:pt modelId="{961C0549-F27A-4EE2-8369-384DF223FB12}" type="parTrans" cxnId="{6C7AADB6-DA42-4623-A8E9-7016331C4548}">
      <dgm:prSet/>
      <dgm:spPr/>
      <dgm:t>
        <a:bodyPr/>
        <a:lstStyle/>
        <a:p>
          <a:endParaRPr lang="en-US"/>
        </a:p>
      </dgm:t>
    </dgm:pt>
    <dgm:pt modelId="{59C8B8DE-A408-4487-8CB0-ECE4342170B5}" type="sibTrans" cxnId="{6C7AADB6-DA42-4623-A8E9-7016331C4548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5C7A7AAA-5B23-4285-B3C1-684790637759}">
      <dgm:prSet/>
      <dgm:spPr/>
      <dgm:t>
        <a:bodyPr/>
        <a:lstStyle/>
        <a:p>
          <a:r>
            <a:rPr lang="en-US" dirty="0"/>
            <a:t>Customized Plan: Branding, </a:t>
          </a:r>
          <a:r>
            <a:rPr lang="en-US" dirty="0" err="1"/>
            <a:t>custromized</a:t>
          </a:r>
          <a:r>
            <a:rPr lang="en-US" dirty="0"/>
            <a:t> dashboard &amp; analytics. </a:t>
          </a:r>
        </a:p>
        <a:p>
          <a:r>
            <a:rPr lang="en-US" dirty="0"/>
            <a:t>Starts at 700000 BDT/year</a:t>
          </a:r>
        </a:p>
      </dgm:t>
    </dgm:pt>
    <dgm:pt modelId="{601BF91F-FB4C-4CC7-B2AE-F24C20069771}" type="parTrans" cxnId="{CD746CB9-853A-43AA-A0C4-CA0664278745}">
      <dgm:prSet/>
      <dgm:spPr/>
      <dgm:t>
        <a:bodyPr/>
        <a:lstStyle/>
        <a:p>
          <a:endParaRPr lang="en-US"/>
        </a:p>
      </dgm:t>
    </dgm:pt>
    <dgm:pt modelId="{7EB88B83-A9E2-4CCF-8F48-8CB93941906D}" type="sibTrans" cxnId="{CD746CB9-853A-43AA-A0C4-CA0664278745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6C6AED6F-5294-4B62-9C47-711372202260}" type="pres">
      <dgm:prSet presAssocID="{F35F0999-6807-4C8B-9E5B-F2B63DC878E0}" presName="Name0" presStyleCnt="0">
        <dgm:presLayoutVars>
          <dgm:animLvl val="lvl"/>
          <dgm:resizeHandles val="exact"/>
        </dgm:presLayoutVars>
      </dgm:prSet>
      <dgm:spPr/>
    </dgm:pt>
    <dgm:pt modelId="{F73F4588-1F9A-4F36-AFD9-0EAD44BBEDA2}" type="pres">
      <dgm:prSet presAssocID="{C9CB838A-CF13-4F55-BDC9-A8FAF56A69C5}" presName="compositeNode" presStyleCnt="0">
        <dgm:presLayoutVars>
          <dgm:bulletEnabled val="1"/>
        </dgm:presLayoutVars>
      </dgm:prSet>
      <dgm:spPr/>
    </dgm:pt>
    <dgm:pt modelId="{F9D57E56-B281-46BA-AE87-5B6763C18648}" type="pres">
      <dgm:prSet presAssocID="{C9CB838A-CF13-4F55-BDC9-A8FAF56A69C5}" presName="bgRect" presStyleLbl="alignNode1" presStyleIdx="0" presStyleCnt="2"/>
      <dgm:spPr/>
    </dgm:pt>
    <dgm:pt modelId="{C47661D9-BB9F-4554-BD8A-8E9A42776189}" type="pres">
      <dgm:prSet presAssocID="{59C8B8DE-A408-4487-8CB0-ECE4342170B5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A03236C6-2FD4-47C4-97F5-F4FAFD1DA7DA}" type="pres">
      <dgm:prSet presAssocID="{C9CB838A-CF13-4F55-BDC9-A8FAF56A69C5}" presName="nodeRect" presStyleLbl="alignNode1" presStyleIdx="0" presStyleCnt="2">
        <dgm:presLayoutVars>
          <dgm:bulletEnabled val="1"/>
        </dgm:presLayoutVars>
      </dgm:prSet>
      <dgm:spPr/>
    </dgm:pt>
    <dgm:pt modelId="{B4D8E02F-EBBD-4FE9-957A-D56DAFDAAF3A}" type="pres">
      <dgm:prSet presAssocID="{59C8B8DE-A408-4487-8CB0-ECE4342170B5}" presName="sibTrans" presStyleCnt="0"/>
      <dgm:spPr/>
    </dgm:pt>
    <dgm:pt modelId="{012127EF-3229-4D00-B4D2-60494987150E}" type="pres">
      <dgm:prSet presAssocID="{5C7A7AAA-5B23-4285-B3C1-684790637759}" presName="compositeNode" presStyleCnt="0">
        <dgm:presLayoutVars>
          <dgm:bulletEnabled val="1"/>
        </dgm:presLayoutVars>
      </dgm:prSet>
      <dgm:spPr/>
    </dgm:pt>
    <dgm:pt modelId="{8FE34C6A-6F79-4319-82A4-94ACBFA515DD}" type="pres">
      <dgm:prSet presAssocID="{5C7A7AAA-5B23-4285-B3C1-684790637759}" presName="bgRect" presStyleLbl="alignNode1" presStyleIdx="1" presStyleCnt="2"/>
      <dgm:spPr/>
    </dgm:pt>
    <dgm:pt modelId="{9A923161-6EF3-4C8B-A2DD-62BE54FEA0AE}" type="pres">
      <dgm:prSet presAssocID="{7EB88B83-A9E2-4CCF-8F48-8CB93941906D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EE0A629E-E5C4-4D68-87F5-F99281F4FA62}" type="pres">
      <dgm:prSet presAssocID="{5C7A7AAA-5B23-4285-B3C1-684790637759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4ACA0A0D-C118-4821-8B47-62EEA89E2B51}" type="presOf" srcId="{5C7A7AAA-5B23-4285-B3C1-684790637759}" destId="{EE0A629E-E5C4-4D68-87F5-F99281F4FA62}" srcOrd="1" destOrd="0" presId="urn:microsoft.com/office/officeart/2016/7/layout/LinearBlockProcessNumbered"/>
    <dgm:cxn modelId="{43723C0E-8BF0-494B-BA98-90BDE41ED53F}" type="presOf" srcId="{5C7A7AAA-5B23-4285-B3C1-684790637759}" destId="{8FE34C6A-6F79-4319-82A4-94ACBFA515DD}" srcOrd="0" destOrd="0" presId="urn:microsoft.com/office/officeart/2016/7/layout/LinearBlockProcessNumbered"/>
    <dgm:cxn modelId="{6336B339-C782-4272-8353-44D3FD8EFFEA}" type="presOf" srcId="{7EB88B83-A9E2-4CCF-8F48-8CB93941906D}" destId="{9A923161-6EF3-4C8B-A2DD-62BE54FEA0AE}" srcOrd="0" destOrd="0" presId="urn:microsoft.com/office/officeart/2016/7/layout/LinearBlockProcessNumbered"/>
    <dgm:cxn modelId="{8313BC70-A4AC-478E-BD11-470D4FE53F5E}" type="presOf" srcId="{C9CB838A-CF13-4F55-BDC9-A8FAF56A69C5}" destId="{F9D57E56-B281-46BA-AE87-5B6763C18648}" srcOrd="0" destOrd="0" presId="urn:microsoft.com/office/officeart/2016/7/layout/LinearBlockProcessNumbered"/>
    <dgm:cxn modelId="{7EC207A8-FE4C-44B0-9B8C-49871B2EC018}" type="presOf" srcId="{C9CB838A-CF13-4F55-BDC9-A8FAF56A69C5}" destId="{A03236C6-2FD4-47C4-97F5-F4FAFD1DA7DA}" srcOrd="1" destOrd="0" presId="urn:microsoft.com/office/officeart/2016/7/layout/LinearBlockProcessNumbered"/>
    <dgm:cxn modelId="{61DFA3B0-96F5-4237-A5D7-CB41311E6AEA}" type="presOf" srcId="{F35F0999-6807-4C8B-9E5B-F2B63DC878E0}" destId="{6C6AED6F-5294-4B62-9C47-711372202260}" srcOrd="0" destOrd="0" presId="urn:microsoft.com/office/officeart/2016/7/layout/LinearBlockProcessNumbered"/>
    <dgm:cxn modelId="{6C7AADB6-DA42-4623-A8E9-7016331C4548}" srcId="{F35F0999-6807-4C8B-9E5B-F2B63DC878E0}" destId="{C9CB838A-CF13-4F55-BDC9-A8FAF56A69C5}" srcOrd="0" destOrd="0" parTransId="{961C0549-F27A-4EE2-8369-384DF223FB12}" sibTransId="{59C8B8DE-A408-4487-8CB0-ECE4342170B5}"/>
    <dgm:cxn modelId="{CD746CB9-853A-43AA-A0C4-CA0664278745}" srcId="{F35F0999-6807-4C8B-9E5B-F2B63DC878E0}" destId="{5C7A7AAA-5B23-4285-B3C1-684790637759}" srcOrd="1" destOrd="0" parTransId="{601BF91F-FB4C-4CC7-B2AE-F24C20069771}" sibTransId="{7EB88B83-A9E2-4CCF-8F48-8CB93941906D}"/>
    <dgm:cxn modelId="{8E433AD5-896E-40E7-BCB0-8E228615B031}" type="presOf" srcId="{59C8B8DE-A408-4487-8CB0-ECE4342170B5}" destId="{C47661D9-BB9F-4554-BD8A-8E9A42776189}" srcOrd="0" destOrd="0" presId="urn:microsoft.com/office/officeart/2016/7/layout/LinearBlockProcessNumbered"/>
    <dgm:cxn modelId="{6D73FD95-E0F0-4ED1-AAC8-7E85D84EDA26}" type="presParOf" srcId="{6C6AED6F-5294-4B62-9C47-711372202260}" destId="{F73F4588-1F9A-4F36-AFD9-0EAD44BBEDA2}" srcOrd="0" destOrd="0" presId="urn:microsoft.com/office/officeart/2016/7/layout/LinearBlockProcessNumbered"/>
    <dgm:cxn modelId="{225A2858-D177-4001-BBFE-9AB637A3D67C}" type="presParOf" srcId="{F73F4588-1F9A-4F36-AFD9-0EAD44BBEDA2}" destId="{F9D57E56-B281-46BA-AE87-5B6763C18648}" srcOrd="0" destOrd="0" presId="urn:microsoft.com/office/officeart/2016/7/layout/LinearBlockProcessNumbered"/>
    <dgm:cxn modelId="{BC4E5738-0B98-47D2-BD03-1594E03BAB3C}" type="presParOf" srcId="{F73F4588-1F9A-4F36-AFD9-0EAD44BBEDA2}" destId="{C47661D9-BB9F-4554-BD8A-8E9A42776189}" srcOrd="1" destOrd="0" presId="urn:microsoft.com/office/officeart/2016/7/layout/LinearBlockProcessNumbered"/>
    <dgm:cxn modelId="{984E8128-BAF1-4595-A0A5-140213CED18C}" type="presParOf" srcId="{F73F4588-1F9A-4F36-AFD9-0EAD44BBEDA2}" destId="{A03236C6-2FD4-47C4-97F5-F4FAFD1DA7DA}" srcOrd="2" destOrd="0" presId="urn:microsoft.com/office/officeart/2016/7/layout/LinearBlockProcessNumbered"/>
    <dgm:cxn modelId="{8349B708-A9AC-473A-8A93-BF4A40CDBF23}" type="presParOf" srcId="{6C6AED6F-5294-4B62-9C47-711372202260}" destId="{B4D8E02F-EBBD-4FE9-957A-D56DAFDAAF3A}" srcOrd="1" destOrd="0" presId="urn:microsoft.com/office/officeart/2016/7/layout/LinearBlockProcessNumbered"/>
    <dgm:cxn modelId="{A9B453B0-66BC-4CB4-B8AF-746CD943DF3D}" type="presParOf" srcId="{6C6AED6F-5294-4B62-9C47-711372202260}" destId="{012127EF-3229-4D00-B4D2-60494987150E}" srcOrd="2" destOrd="0" presId="urn:microsoft.com/office/officeart/2016/7/layout/LinearBlockProcessNumbered"/>
    <dgm:cxn modelId="{91F05A45-3C73-447C-891D-ED4FC658DDD5}" type="presParOf" srcId="{012127EF-3229-4D00-B4D2-60494987150E}" destId="{8FE34C6A-6F79-4319-82A4-94ACBFA515DD}" srcOrd="0" destOrd="0" presId="urn:microsoft.com/office/officeart/2016/7/layout/LinearBlockProcessNumbered"/>
    <dgm:cxn modelId="{40841510-3EC5-47FE-A77A-A835057E78C1}" type="presParOf" srcId="{012127EF-3229-4D00-B4D2-60494987150E}" destId="{9A923161-6EF3-4C8B-A2DD-62BE54FEA0AE}" srcOrd="1" destOrd="0" presId="urn:microsoft.com/office/officeart/2016/7/layout/LinearBlockProcessNumbered"/>
    <dgm:cxn modelId="{E3CE0ED1-27C1-499B-988D-C3B94E6937D3}" type="presParOf" srcId="{012127EF-3229-4D00-B4D2-60494987150E}" destId="{EE0A629E-E5C4-4D68-87F5-F99281F4FA6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73B52E-6EBA-435F-A585-AC91297B1BF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451AA91-B47A-4D07-A4D9-4057143D9571}">
      <dgm:prSet/>
      <dgm:spPr/>
      <dgm:t>
        <a:bodyPr/>
        <a:lstStyle/>
        <a:p>
          <a:pPr>
            <a:defRPr cap="all"/>
          </a:pPr>
          <a:r>
            <a:rPr lang="en-US"/>
            <a:t>• Gym Owners – Manage gym operations</a:t>
          </a:r>
        </a:p>
      </dgm:t>
    </dgm:pt>
    <dgm:pt modelId="{9FC29FD2-B01D-4CD6-9B0A-EE5DA05F6A52}" type="parTrans" cxnId="{A28B1768-583B-47C2-840D-055131A88F4C}">
      <dgm:prSet/>
      <dgm:spPr/>
      <dgm:t>
        <a:bodyPr/>
        <a:lstStyle/>
        <a:p>
          <a:endParaRPr lang="en-US"/>
        </a:p>
      </dgm:t>
    </dgm:pt>
    <dgm:pt modelId="{89B5DADF-1362-42AF-93CE-5B3F43FAD4BB}" type="sibTrans" cxnId="{A28B1768-583B-47C2-840D-055131A88F4C}">
      <dgm:prSet/>
      <dgm:spPr/>
      <dgm:t>
        <a:bodyPr/>
        <a:lstStyle/>
        <a:p>
          <a:endParaRPr lang="en-US"/>
        </a:p>
      </dgm:t>
    </dgm:pt>
    <dgm:pt modelId="{BC809A67-A834-468C-88EF-BE2E7C87EA90}">
      <dgm:prSet/>
      <dgm:spPr/>
      <dgm:t>
        <a:bodyPr/>
        <a:lstStyle/>
        <a:p>
          <a:pPr>
            <a:defRPr cap="all"/>
          </a:pPr>
          <a:r>
            <a:rPr lang="en-US"/>
            <a:t>• Trainers – Assign routines &amp; track progress</a:t>
          </a:r>
        </a:p>
      </dgm:t>
    </dgm:pt>
    <dgm:pt modelId="{0924942C-A25C-45A0-B34D-9D7B9450892A}" type="parTrans" cxnId="{0C268EA6-1A8F-4116-8532-9BBF71761F0C}">
      <dgm:prSet/>
      <dgm:spPr/>
      <dgm:t>
        <a:bodyPr/>
        <a:lstStyle/>
        <a:p>
          <a:endParaRPr lang="en-US"/>
        </a:p>
      </dgm:t>
    </dgm:pt>
    <dgm:pt modelId="{A9E26879-F922-412C-859E-63449913C65C}" type="sibTrans" cxnId="{0C268EA6-1A8F-4116-8532-9BBF71761F0C}">
      <dgm:prSet/>
      <dgm:spPr/>
      <dgm:t>
        <a:bodyPr/>
        <a:lstStyle/>
        <a:p>
          <a:endParaRPr lang="en-US"/>
        </a:p>
      </dgm:t>
    </dgm:pt>
    <dgm:pt modelId="{B8A83870-0D36-44EB-ABD5-F361734B0395}">
      <dgm:prSet/>
      <dgm:spPr/>
      <dgm:t>
        <a:bodyPr/>
        <a:lstStyle/>
        <a:p>
          <a:pPr>
            <a:defRPr cap="all"/>
          </a:pPr>
          <a:r>
            <a:rPr lang="en-US"/>
            <a:t>• Members – Get personalized plans and feedback</a:t>
          </a:r>
        </a:p>
      </dgm:t>
    </dgm:pt>
    <dgm:pt modelId="{BA525E5E-4EA1-480B-8E59-35A83771EFC7}" type="parTrans" cxnId="{0BD354DE-8719-4254-BBDD-EAAA55B153CB}">
      <dgm:prSet/>
      <dgm:spPr/>
      <dgm:t>
        <a:bodyPr/>
        <a:lstStyle/>
        <a:p>
          <a:endParaRPr lang="en-US"/>
        </a:p>
      </dgm:t>
    </dgm:pt>
    <dgm:pt modelId="{ADF5F491-7076-43D1-947A-7A9A65D888D6}" type="sibTrans" cxnId="{0BD354DE-8719-4254-BBDD-EAAA55B153CB}">
      <dgm:prSet/>
      <dgm:spPr/>
      <dgm:t>
        <a:bodyPr/>
        <a:lstStyle/>
        <a:p>
          <a:endParaRPr lang="en-US"/>
        </a:p>
      </dgm:t>
    </dgm:pt>
    <dgm:pt modelId="{D43177D8-B38A-4251-B85B-C5E2E0668552}" type="pres">
      <dgm:prSet presAssocID="{9473B52E-6EBA-435F-A585-AC91297B1BF2}" presName="root" presStyleCnt="0">
        <dgm:presLayoutVars>
          <dgm:dir/>
          <dgm:resizeHandles val="exact"/>
        </dgm:presLayoutVars>
      </dgm:prSet>
      <dgm:spPr/>
    </dgm:pt>
    <dgm:pt modelId="{56843AB3-959C-4CB0-956E-F62DE4847D67}" type="pres">
      <dgm:prSet presAssocID="{E451AA91-B47A-4D07-A4D9-4057143D9571}" presName="compNode" presStyleCnt="0"/>
      <dgm:spPr/>
    </dgm:pt>
    <dgm:pt modelId="{7B8C0E4A-25DD-45BE-BDA3-04138AE8CE5E}" type="pres">
      <dgm:prSet presAssocID="{E451AA91-B47A-4D07-A4D9-4057143D9571}" presName="iconBgRect" presStyleLbl="bgShp" presStyleIdx="0" presStyleCnt="3"/>
      <dgm:spPr/>
    </dgm:pt>
    <dgm:pt modelId="{77C7C14E-5710-4FEF-940A-2DD153A04092}" type="pres">
      <dgm:prSet presAssocID="{E451AA91-B47A-4D07-A4D9-4057143D957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3355169D-2C9E-495D-B1D7-81AE15181460}" type="pres">
      <dgm:prSet presAssocID="{E451AA91-B47A-4D07-A4D9-4057143D9571}" presName="spaceRect" presStyleCnt="0"/>
      <dgm:spPr/>
    </dgm:pt>
    <dgm:pt modelId="{05DC8D10-3C9A-4028-9C50-489ED0941314}" type="pres">
      <dgm:prSet presAssocID="{E451AA91-B47A-4D07-A4D9-4057143D9571}" presName="textRect" presStyleLbl="revTx" presStyleIdx="0" presStyleCnt="3">
        <dgm:presLayoutVars>
          <dgm:chMax val="1"/>
          <dgm:chPref val="1"/>
        </dgm:presLayoutVars>
      </dgm:prSet>
      <dgm:spPr/>
    </dgm:pt>
    <dgm:pt modelId="{B75FA3FE-34DB-4A30-AA1A-88C5678092FB}" type="pres">
      <dgm:prSet presAssocID="{89B5DADF-1362-42AF-93CE-5B3F43FAD4BB}" presName="sibTrans" presStyleCnt="0"/>
      <dgm:spPr/>
    </dgm:pt>
    <dgm:pt modelId="{B7994531-6CAC-4296-B0F7-6101D589BA73}" type="pres">
      <dgm:prSet presAssocID="{BC809A67-A834-468C-88EF-BE2E7C87EA90}" presName="compNode" presStyleCnt="0"/>
      <dgm:spPr/>
    </dgm:pt>
    <dgm:pt modelId="{B24753D5-1CBD-4298-B1B8-C68E50F6B621}" type="pres">
      <dgm:prSet presAssocID="{BC809A67-A834-468C-88EF-BE2E7C87EA90}" presName="iconBgRect" presStyleLbl="bgShp" presStyleIdx="1" presStyleCnt="3"/>
      <dgm:spPr/>
    </dgm:pt>
    <dgm:pt modelId="{E4CF0886-3F4D-461E-A1AD-B9D448F7FB42}" type="pres">
      <dgm:prSet presAssocID="{BC809A67-A834-468C-88EF-BE2E7C87EA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ymnast - Floor Routine"/>
        </a:ext>
      </dgm:extLst>
    </dgm:pt>
    <dgm:pt modelId="{72F060AC-1178-4C0D-82FC-218E7587222D}" type="pres">
      <dgm:prSet presAssocID="{BC809A67-A834-468C-88EF-BE2E7C87EA90}" presName="spaceRect" presStyleCnt="0"/>
      <dgm:spPr/>
    </dgm:pt>
    <dgm:pt modelId="{2E7E5EA9-5C77-4602-BDD3-DE864578FE53}" type="pres">
      <dgm:prSet presAssocID="{BC809A67-A834-468C-88EF-BE2E7C87EA90}" presName="textRect" presStyleLbl="revTx" presStyleIdx="1" presStyleCnt="3">
        <dgm:presLayoutVars>
          <dgm:chMax val="1"/>
          <dgm:chPref val="1"/>
        </dgm:presLayoutVars>
      </dgm:prSet>
      <dgm:spPr/>
    </dgm:pt>
    <dgm:pt modelId="{91E5528E-3477-4C03-B76D-2A1FCE41BFA8}" type="pres">
      <dgm:prSet presAssocID="{A9E26879-F922-412C-859E-63449913C65C}" presName="sibTrans" presStyleCnt="0"/>
      <dgm:spPr/>
    </dgm:pt>
    <dgm:pt modelId="{B96618CE-6794-439E-8E67-EB4268862B54}" type="pres">
      <dgm:prSet presAssocID="{B8A83870-0D36-44EB-ABD5-F361734B0395}" presName="compNode" presStyleCnt="0"/>
      <dgm:spPr/>
    </dgm:pt>
    <dgm:pt modelId="{BFE9F8CF-4390-4F0A-B8CA-01EF37AB58EE}" type="pres">
      <dgm:prSet presAssocID="{B8A83870-0D36-44EB-ABD5-F361734B0395}" presName="iconBgRect" presStyleLbl="bgShp" presStyleIdx="2" presStyleCnt="3"/>
      <dgm:spPr/>
    </dgm:pt>
    <dgm:pt modelId="{21ECCE07-7426-4640-80C6-92AC21A6AFA7}" type="pres">
      <dgm:prSet presAssocID="{B8A83870-0D36-44EB-ABD5-F361734B039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86376AB0-B139-44CB-985A-4B1318EF4117}" type="pres">
      <dgm:prSet presAssocID="{B8A83870-0D36-44EB-ABD5-F361734B0395}" presName="spaceRect" presStyleCnt="0"/>
      <dgm:spPr/>
    </dgm:pt>
    <dgm:pt modelId="{E5F70819-BB06-44E6-A6E9-24A12E2F0CDB}" type="pres">
      <dgm:prSet presAssocID="{B8A83870-0D36-44EB-ABD5-F361734B039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E162C31-21E7-45D7-ADA8-F6E72255B5C4}" type="presOf" srcId="{BC809A67-A834-468C-88EF-BE2E7C87EA90}" destId="{2E7E5EA9-5C77-4602-BDD3-DE864578FE53}" srcOrd="0" destOrd="0" presId="urn:microsoft.com/office/officeart/2018/5/layout/IconCircleLabelList"/>
    <dgm:cxn modelId="{A28B1768-583B-47C2-840D-055131A88F4C}" srcId="{9473B52E-6EBA-435F-A585-AC91297B1BF2}" destId="{E451AA91-B47A-4D07-A4D9-4057143D9571}" srcOrd="0" destOrd="0" parTransId="{9FC29FD2-B01D-4CD6-9B0A-EE5DA05F6A52}" sibTransId="{89B5DADF-1362-42AF-93CE-5B3F43FAD4BB}"/>
    <dgm:cxn modelId="{0C268EA6-1A8F-4116-8532-9BBF71761F0C}" srcId="{9473B52E-6EBA-435F-A585-AC91297B1BF2}" destId="{BC809A67-A834-468C-88EF-BE2E7C87EA90}" srcOrd="1" destOrd="0" parTransId="{0924942C-A25C-45A0-B34D-9D7B9450892A}" sibTransId="{A9E26879-F922-412C-859E-63449913C65C}"/>
    <dgm:cxn modelId="{6B2FD2AF-A349-4175-AA36-B0DFAEBE6206}" type="presOf" srcId="{B8A83870-0D36-44EB-ABD5-F361734B0395}" destId="{E5F70819-BB06-44E6-A6E9-24A12E2F0CDB}" srcOrd="0" destOrd="0" presId="urn:microsoft.com/office/officeart/2018/5/layout/IconCircleLabelList"/>
    <dgm:cxn modelId="{FBCEDEB1-0696-4577-BC62-A6738849650E}" type="presOf" srcId="{E451AA91-B47A-4D07-A4D9-4057143D9571}" destId="{05DC8D10-3C9A-4028-9C50-489ED0941314}" srcOrd="0" destOrd="0" presId="urn:microsoft.com/office/officeart/2018/5/layout/IconCircleLabelList"/>
    <dgm:cxn modelId="{20D5FECB-525F-4281-9C98-7BB2B5ACB446}" type="presOf" srcId="{9473B52E-6EBA-435F-A585-AC91297B1BF2}" destId="{D43177D8-B38A-4251-B85B-C5E2E0668552}" srcOrd="0" destOrd="0" presId="urn:microsoft.com/office/officeart/2018/5/layout/IconCircleLabelList"/>
    <dgm:cxn modelId="{0BD354DE-8719-4254-BBDD-EAAA55B153CB}" srcId="{9473B52E-6EBA-435F-A585-AC91297B1BF2}" destId="{B8A83870-0D36-44EB-ABD5-F361734B0395}" srcOrd="2" destOrd="0" parTransId="{BA525E5E-4EA1-480B-8E59-35A83771EFC7}" sibTransId="{ADF5F491-7076-43D1-947A-7A9A65D888D6}"/>
    <dgm:cxn modelId="{7D0E1681-C0F3-42B3-8090-00DCA577C795}" type="presParOf" srcId="{D43177D8-B38A-4251-B85B-C5E2E0668552}" destId="{56843AB3-959C-4CB0-956E-F62DE4847D67}" srcOrd="0" destOrd="0" presId="urn:microsoft.com/office/officeart/2018/5/layout/IconCircleLabelList"/>
    <dgm:cxn modelId="{41B4A9CB-1502-43B9-B612-EAC89445A249}" type="presParOf" srcId="{56843AB3-959C-4CB0-956E-F62DE4847D67}" destId="{7B8C0E4A-25DD-45BE-BDA3-04138AE8CE5E}" srcOrd="0" destOrd="0" presId="urn:microsoft.com/office/officeart/2018/5/layout/IconCircleLabelList"/>
    <dgm:cxn modelId="{2D36E17B-4379-4429-80C6-6A889CD8A052}" type="presParOf" srcId="{56843AB3-959C-4CB0-956E-F62DE4847D67}" destId="{77C7C14E-5710-4FEF-940A-2DD153A04092}" srcOrd="1" destOrd="0" presId="urn:microsoft.com/office/officeart/2018/5/layout/IconCircleLabelList"/>
    <dgm:cxn modelId="{33BD5B69-5F48-4984-9B4F-25F93F5A524E}" type="presParOf" srcId="{56843AB3-959C-4CB0-956E-F62DE4847D67}" destId="{3355169D-2C9E-495D-B1D7-81AE15181460}" srcOrd="2" destOrd="0" presId="urn:microsoft.com/office/officeart/2018/5/layout/IconCircleLabelList"/>
    <dgm:cxn modelId="{2EFDEF57-9D94-4336-B7F8-ED6A5D4D8ACD}" type="presParOf" srcId="{56843AB3-959C-4CB0-956E-F62DE4847D67}" destId="{05DC8D10-3C9A-4028-9C50-489ED0941314}" srcOrd="3" destOrd="0" presId="urn:microsoft.com/office/officeart/2018/5/layout/IconCircleLabelList"/>
    <dgm:cxn modelId="{6B4590B4-8E2B-4455-B8B8-DE28603564F5}" type="presParOf" srcId="{D43177D8-B38A-4251-B85B-C5E2E0668552}" destId="{B75FA3FE-34DB-4A30-AA1A-88C5678092FB}" srcOrd="1" destOrd="0" presId="urn:microsoft.com/office/officeart/2018/5/layout/IconCircleLabelList"/>
    <dgm:cxn modelId="{1534DE56-0765-4628-A008-C508825CE375}" type="presParOf" srcId="{D43177D8-B38A-4251-B85B-C5E2E0668552}" destId="{B7994531-6CAC-4296-B0F7-6101D589BA73}" srcOrd="2" destOrd="0" presId="urn:microsoft.com/office/officeart/2018/5/layout/IconCircleLabelList"/>
    <dgm:cxn modelId="{A1BA8893-F447-40B6-BDA8-B1039BD6E815}" type="presParOf" srcId="{B7994531-6CAC-4296-B0F7-6101D589BA73}" destId="{B24753D5-1CBD-4298-B1B8-C68E50F6B621}" srcOrd="0" destOrd="0" presId="urn:microsoft.com/office/officeart/2018/5/layout/IconCircleLabelList"/>
    <dgm:cxn modelId="{1F2BC0E5-9959-4E42-BAFC-4837EB4F97CC}" type="presParOf" srcId="{B7994531-6CAC-4296-B0F7-6101D589BA73}" destId="{E4CF0886-3F4D-461E-A1AD-B9D448F7FB42}" srcOrd="1" destOrd="0" presId="urn:microsoft.com/office/officeart/2018/5/layout/IconCircleLabelList"/>
    <dgm:cxn modelId="{703DA808-ED33-4060-9A51-62856E39F51A}" type="presParOf" srcId="{B7994531-6CAC-4296-B0F7-6101D589BA73}" destId="{72F060AC-1178-4C0D-82FC-218E7587222D}" srcOrd="2" destOrd="0" presId="urn:microsoft.com/office/officeart/2018/5/layout/IconCircleLabelList"/>
    <dgm:cxn modelId="{3109E716-CE71-44BE-BA6E-E4D9E7AEE455}" type="presParOf" srcId="{B7994531-6CAC-4296-B0F7-6101D589BA73}" destId="{2E7E5EA9-5C77-4602-BDD3-DE864578FE53}" srcOrd="3" destOrd="0" presId="urn:microsoft.com/office/officeart/2018/5/layout/IconCircleLabelList"/>
    <dgm:cxn modelId="{550E08BE-F005-4DE6-9FB5-56F027E6BBB1}" type="presParOf" srcId="{D43177D8-B38A-4251-B85B-C5E2E0668552}" destId="{91E5528E-3477-4C03-B76D-2A1FCE41BFA8}" srcOrd="3" destOrd="0" presId="urn:microsoft.com/office/officeart/2018/5/layout/IconCircleLabelList"/>
    <dgm:cxn modelId="{3C809053-5F05-4D66-8892-FC5BF2A720C9}" type="presParOf" srcId="{D43177D8-B38A-4251-B85B-C5E2E0668552}" destId="{B96618CE-6794-439E-8E67-EB4268862B54}" srcOrd="4" destOrd="0" presId="urn:microsoft.com/office/officeart/2018/5/layout/IconCircleLabelList"/>
    <dgm:cxn modelId="{7EF4E815-D601-40B8-BB10-2166A802499F}" type="presParOf" srcId="{B96618CE-6794-439E-8E67-EB4268862B54}" destId="{BFE9F8CF-4390-4F0A-B8CA-01EF37AB58EE}" srcOrd="0" destOrd="0" presId="urn:microsoft.com/office/officeart/2018/5/layout/IconCircleLabelList"/>
    <dgm:cxn modelId="{A9E99FBA-F423-4859-91DF-B381299F499E}" type="presParOf" srcId="{B96618CE-6794-439E-8E67-EB4268862B54}" destId="{21ECCE07-7426-4640-80C6-92AC21A6AFA7}" srcOrd="1" destOrd="0" presId="urn:microsoft.com/office/officeart/2018/5/layout/IconCircleLabelList"/>
    <dgm:cxn modelId="{DA5627CD-85D2-49E1-908A-2240D1F2D1C9}" type="presParOf" srcId="{B96618CE-6794-439E-8E67-EB4268862B54}" destId="{86376AB0-B139-44CB-985A-4B1318EF4117}" srcOrd="2" destOrd="0" presId="urn:microsoft.com/office/officeart/2018/5/layout/IconCircleLabelList"/>
    <dgm:cxn modelId="{7F4595BB-C04E-4095-A94C-8EE401E5541A}" type="presParOf" srcId="{B96618CE-6794-439E-8E67-EB4268862B54}" destId="{E5F70819-BB06-44E6-A6E9-24A12E2F0CD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5F0999-6807-4C8B-9E5B-F2B63DC878E0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9CB838A-CF13-4F55-BDC9-A8FAF56A69C5}">
      <dgm:prSet/>
      <dgm:spPr/>
      <dgm:t>
        <a:bodyPr/>
        <a:lstStyle/>
        <a:p>
          <a:r>
            <a:rPr lang="en-US" dirty="0"/>
            <a:t>Basic: Trainer-assigned workouts.</a:t>
          </a:r>
        </a:p>
        <a:p>
          <a:r>
            <a:rPr lang="en-US" dirty="0"/>
            <a:t>Starts from 2000 BDT/month</a:t>
          </a:r>
        </a:p>
      </dgm:t>
    </dgm:pt>
    <dgm:pt modelId="{961C0549-F27A-4EE2-8369-384DF223FB12}" type="parTrans" cxnId="{6C7AADB6-DA42-4623-A8E9-7016331C4548}">
      <dgm:prSet/>
      <dgm:spPr/>
      <dgm:t>
        <a:bodyPr/>
        <a:lstStyle/>
        <a:p>
          <a:endParaRPr lang="en-US"/>
        </a:p>
      </dgm:t>
    </dgm:pt>
    <dgm:pt modelId="{59C8B8DE-A408-4487-8CB0-ECE4342170B5}" type="sibTrans" cxnId="{6C7AADB6-DA42-4623-A8E9-7016331C4548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5C7A7AAA-5B23-4285-B3C1-684790637759}">
      <dgm:prSet/>
      <dgm:spPr/>
      <dgm:t>
        <a:bodyPr/>
        <a:lstStyle/>
        <a:p>
          <a:r>
            <a:rPr lang="en-US" dirty="0"/>
            <a:t>Medium: Includes diet and weekly feedback.</a:t>
          </a:r>
        </a:p>
        <a:p>
          <a:r>
            <a:rPr lang="en-US" dirty="0"/>
            <a:t>Starts from 4000 BDT/month</a:t>
          </a:r>
        </a:p>
      </dgm:t>
    </dgm:pt>
    <dgm:pt modelId="{601BF91F-FB4C-4CC7-B2AE-F24C20069771}" type="parTrans" cxnId="{CD746CB9-853A-43AA-A0C4-CA0664278745}">
      <dgm:prSet/>
      <dgm:spPr/>
      <dgm:t>
        <a:bodyPr/>
        <a:lstStyle/>
        <a:p>
          <a:endParaRPr lang="en-US"/>
        </a:p>
      </dgm:t>
    </dgm:pt>
    <dgm:pt modelId="{7EB88B83-A9E2-4CCF-8F48-8CB93941906D}" type="sibTrans" cxnId="{CD746CB9-853A-43AA-A0C4-CA0664278745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FB24AF77-A8F1-44B1-A2E1-C7222728B819}">
      <dgm:prSet/>
      <dgm:spPr/>
      <dgm:t>
        <a:bodyPr/>
        <a:lstStyle/>
        <a:p>
          <a:r>
            <a:rPr lang="en-US" dirty="0"/>
            <a:t>Premium: Analytics and full trainer access with hand-to-hand assistance.</a:t>
          </a:r>
        </a:p>
        <a:p>
          <a:r>
            <a:rPr lang="en-US" dirty="0"/>
            <a:t>Starts from 15000 BDT/month</a:t>
          </a:r>
        </a:p>
      </dgm:t>
    </dgm:pt>
    <dgm:pt modelId="{44A56348-6C31-402C-92DC-805B2D3ED5B1}" type="parTrans" cxnId="{E0FE95DA-8FED-40CB-9CFF-AF6CD402BA48}">
      <dgm:prSet/>
      <dgm:spPr/>
      <dgm:t>
        <a:bodyPr/>
        <a:lstStyle/>
        <a:p>
          <a:endParaRPr lang="en-US"/>
        </a:p>
      </dgm:t>
    </dgm:pt>
    <dgm:pt modelId="{F5164497-F619-449C-A0DD-16EBE5DDD79A}" type="sibTrans" cxnId="{E0FE95DA-8FED-40CB-9CFF-AF6CD402BA48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30998465-D1E9-4882-AC06-F0208D1D3FDE}" type="pres">
      <dgm:prSet presAssocID="{F35F0999-6807-4C8B-9E5B-F2B63DC878E0}" presName="Name0" presStyleCnt="0">
        <dgm:presLayoutVars>
          <dgm:animLvl val="lvl"/>
          <dgm:resizeHandles val="exact"/>
        </dgm:presLayoutVars>
      </dgm:prSet>
      <dgm:spPr/>
    </dgm:pt>
    <dgm:pt modelId="{041A02EC-C9C6-44DB-A9F7-8B31B9819BCF}" type="pres">
      <dgm:prSet presAssocID="{C9CB838A-CF13-4F55-BDC9-A8FAF56A69C5}" presName="compositeNode" presStyleCnt="0">
        <dgm:presLayoutVars>
          <dgm:bulletEnabled val="1"/>
        </dgm:presLayoutVars>
      </dgm:prSet>
      <dgm:spPr/>
    </dgm:pt>
    <dgm:pt modelId="{5511DF07-F599-4935-AA4A-A5D80BD4C1F3}" type="pres">
      <dgm:prSet presAssocID="{C9CB838A-CF13-4F55-BDC9-A8FAF56A69C5}" presName="bgRect" presStyleLbl="alignNode1" presStyleIdx="0" presStyleCnt="3"/>
      <dgm:spPr/>
    </dgm:pt>
    <dgm:pt modelId="{E37B0FFE-D7B3-4F9C-A659-26DD2CD43121}" type="pres">
      <dgm:prSet presAssocID="{59C8B8DE-A408-4487-8CB0-ECE4342170B5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B7CFAEA7-98B4-40F6-8741-C80DE750B567}" type="pres">
      <dgm:prSet presAssocID="{C9CB838A-CF13-4F55-BDC9-A8FAF56A69C5}" presName="nodeRect" presStyleLbl="alignNode1" presStyleIdx="0" presStyleCnt="3">
        <dgm:presLayoutVars>
          <dgm:bulletEnabled val="1"/>
        </dgm:presLayoutVars>
      </dgm:prSet>
      <dgm:spPr/>
    </dgm:pt>
    <dgm:pt modelId="{362F4C4D-BCDB-46E3-A56E-0923C3DC7367}" type="pres">
      <dgm:prSet presAssocID="{59C8B8DE-A408-4487-8CB0-ECE4342170B5}" presName="sibTrans" presStyleCnt="0"/>
      <dgm:spPr/>
    </dgm:pt>
    <dgm:pt modelId="{680C6E1E-51B1-4C19-88A3-8A7625269855}" type="pres">
      <dgm:prSet presAssocID="{5C7A7AAA-5B23-4285-B3C1-684790637759}" presName="compositeNode" presStyleCnt="0">
        <dgm:presLayoutVars>
          <dgm:bulletEnabled val="1"/>
        </dgm:presLayoutVars>
      </dgm:prSet>
      <dgm:spPr/>
    </dgm:pt>
    <dgm:pt modelId="{90F1A52C-7BA8-409C-A15B-F79873B77842}" type="pres">
      <dgm:prSet presAssocID="{5C7A7AAA-5B23-4285-B3C1-684790637759}" presName="bgRect" presStyleLbl="alignNode1" presStyleIdx="1" presStyleCnt="3"/>
      <dgm:spPr/>
    </dgm:pt>
    <dgm:pt modelId="{7FDE2E7B-AC13-406D-9382-80C1DC44A21F}" type="pres">
      <dgm:prSet presAssocID="{7EB88B83-A9E2-4CCF-8F48-8CB93941906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090C285-4170-432F-91FF-4ABB866C8A91}" type="pres">
      <dgm:prSet presAssocID="{5C7A7AAA-5B23-4285-B3C1-684790637759}" presName="nodeRect" presStyleLbl="alignNode1" presStyleIdx="1" presStyleCnt="3">
        <dgm:presLayoutVars>
          <dgm:bulletEnabled val="1"/>
        </dgm:presLayoutVars>
      </dgm:prSet>
      <dgm:spPr/>
    </dgm:pt>
    <dgm:pt modelId="{2ABCD9AB-84CF-4995-856E-71522EC2A94A}" type="pres">
      <dgm:prSet presAssocID="{7EB88B83-A9E2-4CCF-8F48-8CB93941906D}" presName="sibTrans" presStyleCnt="0"/>
      <dgm:spPr/>
    </dgm:pt>
    <dgm:pt modelId="{5141077A-527C-4EA4-9422-F85C6230213B}" type="pres">
      <dgm:prSet presAssocID="{FB24AF77-A8F1-44B1-A2E1-C7222728B819}" presName="compositeNode" presStyleCnt="0">
        <dgm:presLayoutVars>
          <dgm:bulletEnabled val="1"/>
        </dgm:presLayoutVars>
      </dgm:prSet>
      <dgm:spPr/>
    </dgm:pt>
    <dgm:pt modelId="{0A7F1883-377B-46AE-B0FB-8E6932FC1F78}" type="pres">
      <dgm:prSet presAssocID="{FB24AF77-A8F1-44B1-A2E1-C7222728B819}" presName="bgRect" presStyleLbl="alignNode1" presStyleIdx="2" presStyleCnt="3"/>
      <dgm:spPr/>
    </dgm:pt>
    <dgm:pt modelId="{DBFA846D-E67F-4826-83BD-BF82D2A2EA54}" type="pres">
      <dgm:prSet presAssocID="{F5164497-F619-449C-A0DD-16EBE5DDD79A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B0261C03-8BE5-46AC-91D1-746C30DD8BC0}" type="pres">
      <dgm:prSet presAssocID="{FB24AF77-A8F1-44B1-A2E1-C7222728B819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B3FA2F06-2453-4BD0-9FE0-6A89C8B5F791}" type="presOf" srcId="{C9CB838A-CF13-4F55-BDC9-A8FAF56A69C5}" destId="{5511DF07-F599-4935-AA4A-A5D80BD4C1F3}" srcOrd="0" destOrd="0" presId="urn:microsoft.com/office/officeart/2016/7/layout/LinearBlockProcessNumbered"/>
    <dgm:cxn modelId="{5B633680-F06A-4E68-BB50-767135460F90}" type="presOf" srcId="{5C7A7AAA-5B23-4285-B3C1-684790637759}" destId="{90F1A52C-7BA8-409C-A15B-F79873B77842}" srcOrd="0" destOrd="0" presId="urn:microsoft.com/office/officeart/2016/7/layout/LinearBlockProcessNumbered"/>
    <dgm:cxn modelId="{215806A7-B89F-4006-B5EF-7C443C160F31}" type="presOf" srcId="{F35F0999-6807-4C8B-9E5B-F2B63DC878E0}" destId="{30998465-D1E9-4882-AC06-F0208D1D3FDE}" srcOrd="0" destOrd="0" presId="urn:microsoft.com/office/officeart/2016/7/layout/LinearBlockProcessNumbered"/>
    <dgm:cxn modelId="{1F91C6AA-CD3B-422E-BC52-51353E8F9B9A}" type="presOf" srcId="{F5164497-F619-449C-A0DD-16EBE5DDD79A}" destId="{DBFA846D-E67F-4826-83BD-BF82D2A2EA54}" srcOrd="0" destOrd="0" presId="urn:microsoft.com/office/officeart/2016/7/layout/LinearBlockProcessNumbered"/>
    <dgm:cxn modelId="{6C7AADB6-DA42-4623-A8E9-7016331C4548}" srcId="{F35F0999-6807-4C8B-9E5B-F2B63DC878E0}" destId="{C9CB838A-CF13-4F55-BDC9-A8FAF56A69C5}" srcOrd="0" destOrd="0" parTransId="{961C0549-F27A-4EE2-8369-384DF223FB12}" sibTransId="{59C8B8DE-A408-4487-8CB0-ECE4342170B5}"/>
    <dgm:cxn modelId="{CD746CB9-853A-43AA-A0C4-CA0664278745}" srcId="{F35F0999-6807-4C8B-9E5B-F2B63DC878E0}" destId="{5C7A7AAA-5B23-4285-B3C1-684790637759}" srcOrd="1" destOrd="0" parTransId="{601BF91F-FB4C-4CC7-B2AE-F24C20069771}" sibTransId="{7EB88B83-A9E2-4CCF-8F48-8CB93941906D}"/>
    <dgm:cxn modelId="{522BDFCB-1821-4087-8867-E1C4F3CD6126}" type="presOf" srcId="{59C8B8DE-A408-4487-8CB0-ECE4342170B5}" destId="{E37B0FFE-D7B3-4F9C-A659-26DD2CD43121}" srcOrd="0" destOrd="0" presId="urn:microsoft.com/office/officeart/2016/7/layout/LinearBlockProcessNumbered"/>
    <dgm:cxn modelId="{947003D0-E224-46C6-8D41-DC1E7A2118C0}" type="presOf" srcId="{C9CB838A-CF13-4F55-BDC9-A8FAF56A69C5}" destId="{B7CFAEA7-98B4-40F6-8741-C80DE750B567}" srcOrd="1" destOrd="0" presId="urn:microsoft.com/office/officeart/2016/7/layout/LinearBlockProcessNumbered"/>
    <dgm:cxn modelId="{E0FE95DA-8FED-40CB-9CFF-AF6CD402BA48}" srcId="{F35F0999-6807-4C8B-9E5B-F2B63DC878E0}" destId="{FB24AF77-A8F1-44B1-A2E1-C7222728B819}" srcOrd="2" destOrd="0" parTransId="{44A56348-6C31-402C-92DC-805B2D3ED5B1}" sibTransId="{F5164497-F619-449C-A0DD-16EBE5DDD79A}"/>
    <dgm:cxn modelId="{72E444DD-07A3-44B1-9729-32AE3AD7955B}" type="presOf" srcId="{5C7A7AAA-5B23-4285-B3C1-684790637759}" destId="{C090C285-4170-432F-91FF-4ABB866C8A91}" srcOrd="1" destOrd="0" presId="urn:microsoft.com/office/officeart/2016/7/layout/LinearBlockProcessNumbered"/>
    <dgm:cxn modelId="{770734E1-45A3-45DA-84C0-CF7A189A4EFF}" type="presOf" srcId="{7EB88B83-A9E2-4CCF-8F48-8CB93941906D}" destId="{7FDE2E7B-AC13-406D-9382-80C1DC44A21F}" srcOrd="0" destOrd="0" presId="urn:microsoft.com/office/officeart/2016/7/layout/LinearBlockProcessNumbered"/>
    <dgm:cxn modelId="{7D3BB5EB-5C33-430F-8568-CD172E1CD001}" type="presOf" srcId="{FB24AF77-A8F1-44B1-A2E1-C7222728B819}" destId="{B0261C03-8BE5-46AC-91D1-746C30DD8BC0}" srcOrd="1" destOrd="0" presId="urn:microsoft.com/office/officeart/2016/7/layout/LinearBlockProcessNumbered"/>
    <dgm:cxn modelId="{ACCC5AF9-A081-4320-8387-0C75890BDB47}" type="presOf" srcId="{FB24AF77-A8F1-44B1-A2E1-C7222728B819}" destId="{0A7F1883-377B-46AE-B0FB-8E6932FC1F78}" srcOrd="0" destOrd="0" presId="urn:microsoft.com/office/officeart/2016/7/layout/LinearBlockProcessNumbered"/>
    <dgm:cxn modelId="{69A9126A-1F96-4BB3-86A2-4B7652A9F9D1}" type="presParOf" srcId="{30998465-D1E9-4882-AC06-F0208D1D3FDE}" destId="{041A02EC-C9C6-44DB-A9F7-8B31B9819BCF}" srcOrd="0" destOrd="0" presId="urn:microsoft.com/office/officeart/2016/7/layout/LinearBlockProcessNumbered"/>
    <dgm:cxn modelId="{8C8771E8-AC0B-4D0C-A5F9-24ECD36F1F36}" type="presParOf" srcId="{041A02EC-C9C6-44DB-A9F7-8B31B9819BCF}" destId="{5511DF07-F599-4935-AA4A-A5D80BD4C1F3}" srcOrd="0" destOrd="0" presId="urn:microsoft.com/office/officeart/2016/7/layout/LinearBlockProcessNumbered"/>
    <dgm:cxn modelId="{198D7515-93B9-41D7-B779-AC261C7004FD}" type="presParOf" srcId="{041A02EC-C9C6-44DB-A9F7-8B31B9819BCF}" destId="{E37B0FFE-D7B3-4F9C-A659-26DD2CD43121}" srcOrd="1" destOrd="0" presId="urn:microsoft.com/office/officeart/2016/7/layout/LinearBlockProcessNumbered"/>
    <dgm:cxn modelId="{1B97416B-2B7D-4081-9586-D9658C7E8E83}" type="presParOf" srcId="{041A02EC-C9C6-44DB-A9F7-8B31B9819BCF}" destId="{B7CFAEA7-98B4-40F6-8741-C80DE750B567}" srcOrd="2" destOrd="0" presId="urn:microsoft.com/office/officeart/2016/7/layout/LinearBlockProcessNumbered"/>
    <dgm:cxn modelId="{B13EBD0F-56EC-4CF3-8B68-5ABE38FB28E1}" type="presParOf" srcId="{30998465-D1E9-4882-AC06-F0208D1D3FDE}" destId="{362F4C4D-BCDB-46E3-A56E-0923C3DC7367}" srcOrd="1" destOrd="0" presId="urn:microsoft.com/office/officeart/2016/7/layout/LinearBlockProcessNumbered"/>
    <dgm:cxn modelId="{7D789636-096F-47F5-B830-18E55F7375A9}" type="presParOf" srcId="{30998465-D1E9-4882-AC06-F0208D1D3FDE}" destId="{680C6E1E-51B1-4C19-88A3-8A7625269855}" srcOrd="2" destOrd="0" presId="urn:microsoft.com/office/officeart/2016/7/layout/LinearBlockProcessNumbered"/>
    <dgm:cxn modelId="{691A6C78-1714-43F8-A9BD-14AFD8F7C101}" type="presParOf" srcId="{680C6E1E-51B1-4C19-88A3-8A7625269855}" destId="{90F1A52C-7BA8-409C-A15B-F79873B77842}" srcOrd="0" destOrd="0" presId="urn:microsoft.com/office/officeart/2016/7/layout/LinearBlockProcessNumbered"/>
    <dgm:cxn modelId="{B6797CCF-9EDE-4CD7-BAD7-F077F865B496}" type="presParOf" srcId="{680C6E1E-51B1-4C19-88A3-8A7625269855}" destId="{7FDE2E7B-AC13-406D-9382-80C1DC44A21F}" srcOrd="1" destOrd="0" presId="urn:microsoft.com/office/officeart/2016/7/layout/LinearBlockProcessNumbered"/>
    <dgm:cxn modelId="{384D2A8F-BBE7-4EFA-AA12-29A4D2FE25A4}" type="presParOf" srcId="{680C6E1E-51B1-4C19-88A3-8A7625269855}" destId="{C090C285-4170-432F-91FF-4ABB866C8A91}" srcOrd="2" destOrd="0" presId="urn:microsoft.com/office/officeart/2016/7/layout/LinearBlockProcessNumbered"/>
    <dgm:cxn modelId="{0E5D4092-4123-43C4-99CB-65F52012F985}" type="presParOf" srcId="{30998465-D1E9-4882-AC06-F0208D1D3FDE}" destId="{2ABCD9AB-84CF-4995-856E-71522EC2A94A}" srcOrd="3" destOrd="0" presId="urn:microsoft.com/office/officeart/2016/7/layout/LinearBlockProcessNumbered"/>
    <dgm:cxn modelId="{E4FE4167-3E3B-464C-BCF5-A21B0BF1CB62}" type="presParOf" srcId="{30998465-D1E9-4882-AC06-F0208D1D3FDE}" destId="{5141077A-527C-4EA4-9422-F85C6230213B}" srcOrd="4" destOrd="0" presId="urn:microsoft.com/office/officeart/2016/7/layout/LinearBlockProcessNumbered"/>
    <dgm:cxn modelId="{5FB1ABDF-29C6-4462-983C-59F90707B9B2}" type="presParOf" srcId="{5141077A-527C-4EA4-9422-F85C6230213B}" destId="{0A7F1883-377B-46AE-B0FB-8E6932FC1F78}" srcOrd="0" destOrd="0" presId="urn:microsoft.com/office/officeart/2016/7/layout/LinearBlockProcessNumbered"/>
    <dgm:cxn modelId="{1607EC28-1B1B-4594-B1A1-5A515105C222}" type="presParOf" srcId="{5141077A-527C-4EA4-9422-F85C6230213B}" destId="{DBFA846D-E67F-4826-83BD-BF82D2A2EA54}" srcOrd="1" destOrd="0" presId="urn:microsoft.com/office/officeart/2016/7/layout/LinearBlockProcessNumbered"/>
    <dgm:cxn modelId="{CD747AFE-E275-486E-925C-00187A675F3E}" type="presParOf" srcId="{5141077A-527C-4EA4-9422-F85C6230213B}" destId="{B0261C03-8BE5-46AC-91D1-746C30DD8BC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B29CEE-2D5E-475F-9023-F729A2409F0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6F89EA1-7261-4B0E-9726-95EADB1E0B8F}">
      <dgm:prSet/>
      <dgm:spPr/>
      <dgm:t>
        <a:bodyPr/>
        <a:lstStyle/>
        <a:p>
          <a:pPr>
            <a:defRPr cap="all"/>
          </a:pPr>
          <a:r>
            <a:rPr lang="en-US"/>
            <a:t>1. Digitalize gym management</a:t>
          </a:r>
        </a:p>
      </dgm:t>
    </dgm:pt>
    <dgm:pt modelId="{F4701A83-E46E-4E2D-A559-73BEEE8E890B}" type="parTrans" cxnId="{66A4106E-DABA-4D8A-BA8F-900B870C54D3}">
      <dgm:prSet/>
      <dgm:spPr/>
      <dgm:t>
        <a:bodyPr/>
        <a:lstStyle/>
        <a:p>
          <a:endParaRPr lang="en-US"/>
        </a:p>
      </dgm:t>
    </dgm:pt>
    <dgm:pt modelId="{5B58018E-C9F3-4F9A-92AA-9B019F7E2182}" type="sibTrans" cxnId="{66A4106E-DABA-4D8A-BA8F-900B870C54D3}">
      <dgm:prSet/>
      <dgm:spPr/>
      <dgm:t>
        <a:bodyPr/>
        <a:lstStyle/>
        <a:p>
          <a:endParaRPr lang="en-US"/>
        </a:p>
      </dgm:t>
    </dgm:pt>
    <dgm:pt modelId="{E1524E57-410B-4EAE-B500-157794343952}">
      <dgm:prSet/>
      <dgm:spPr/>
      <dgm:t>
        <a:bodyPr/>
        <a:lstStyle/>
        <a:p>
          <a:pPr>
            <a:defRPr cap="all"/>
          </a:pPr>
          <a:r>
            <a:rPr lang="en-US"/>
            <a:t>2. Personalize fitness &amp; diet plans</a:t>
          </a:r>
        </a:p>
      </dgm:t>
    </dgm:pt>
    <dgm:pt modelId="{0D2F4B3B-8A23-46F7-BC5C-AB8AF1742287}" type="parTrans" cxnId="{A5FD22EE-744F-40D6-95F7-FE2D99C4C920}">
      <dgm:prSet/>
      <dgm:spPr/>
      <dgm:t>
        <a:bodyPr/>
        <a:lstStyle/>
        <a:p>
          <a:endParaRPr lang="en-US"/>
        </a:p>
      </dgm:t>
    </dgm:pt>
    <dgm:pt modelId="{71B63D26-B483-4F54-A1C2-FFE3C19D671E}" type="sibTrans" cxnId="{A5FD22EE-744F-40D6-95F7-FE2D99C4C920}">
      <dgm:prSet/>
      <dgm:spPr/>
      <dgm:t>
        <a:bodyPr/>
        <a:lstStyle/>
        <a:p>
          <a:endParaRPr lang="en-US"/>
        </a:p>
      </dgm:t>
    </dgm:pt>
    <dgm:pt modelId="{7CDBE80C-1365-4CC8-BBCF-15CB582B6020}">
      <dgm:prSet/>
      <dgm:spPr/>
      <dgm:t>
        <a:bodyPr/>
        <a:lstStyle/>
        <a:p>
          <a:pPr>
            <a:defRPr cap="all"/>
          </a:pPr>
          <a:r>
            <a:rPr lang="en-US"/>
            <a:t>3. Enable trainer–member communication</a:t>
          </a:r>
        </a:p>
      </dgm:t>
    </dgm:pt>
    <dgm:pt modelId="{386FE931-AC0B-41E8-BF33-0D4F55A1248D}" type="parTrans" cxnId="{B5305F4F-0EF9-489D-9EFE-659F60E0DA2C}">
      <dgm:prSet/>
      <dgm:spPr/>
      <dgm:t>
        <a:bodyPr/>
        <a:lstStyle/>
        <a:p>
          <a:endParaRPr lang="en-US"/>
        </a:p>
      </dgm:t>
    </dgm:pt>
    <dgm:pt modelId="{F5EFBEFE-CE12-4BB9-90E7-CC730339E88E}" type="sibTrans" cxnId="{B5305F4F-0EF9-489D-9EFE-659F60E0DA2C}">
      <dgm:prSet/>
      <dgm:spPr/>
      <dgm:t>
        <a:bodyPr/>
        <a:lstStyle/>
        <a:p>
          <a:endParaRPr lang="en-US"/>
        </a:p>
      </dgm:t>
    </dgm:pt>
    <dgm:pt modelId="{4638A213-5A10-4DC9-8DC6-9644CF039A8B}">
      <dgm:prSet/>
      <dgm:spPr/>
      <dgm:t>
        <a:bodyPr/>
        <a:lstStyle/>
        <a:p>
          <a:pPr>
            <a:defRPr cap="all"/>
          </a:pPr>
          <a:r>
            <a:rPr lang="en-US"/>
            <a:t>4. Provide progress tracking</a:t>
          </a:r>
        </a:p>
      </dgm:t>
    </dgm:pt>
    <dgm:pt modelId="{230F950F-881F-475F-BC4A-E7BB281132EC}" type="parTrans" cxnId="{5CC59AEC-6B8A-4E18-AC7C-7282BF76B869}">
      <dgm:prSet/>
      <dgm:spPr/>
      <dgm:t>
        <a:bodyPr/>
        <a:lstStyle/>
        <a:p>
          <a:endParaRPr lang="en-US"/>
        </a:p>
      </dgm:t>
    </dgm:pt>
    <dgm:pt modelId="{33E4534B-DE8B-49F9-9318-DFA2FBBB1AB2}" type="sibTrans" cxnId="{5CC59AEC-6B8A-4E18-AC7C-7282BF76B869}">
      <dgm:prSet/>
      <dgm:spPr/>
      <dgm:t>
        <a:bodyPr/>
        <a:lstStyle/>
        <a:p>
          <a:endParaRPr lang="en-US"/>
        </a:p>
      </dgm:t>
    </dgm:pt>
    <dgm:pt modelId="{15937418-84C2-4104-939D-EC8B10B377CA}">
      <dgm:prSet/>
      <dgm:spPr/>
      <dgm:t>
        <a:bodyPr/>
        <a:lstStyle/>
        <a:p>
          <a:pPr>
            <a:defRPr cap="all"/>
          </a:pPr>
          <a:r>
            <a:rPr lang="en-US"/>
            <a:t>5. Support multi-gym scalability</a:t>
          </a:r>
        </a:p>
      </dgm:t>
    </dgm:pt>
    <dgm:pt modelId="{660CEF9C-2319-48EA-8943-AA93E32BA639}" type="parTrans" cxnId="{F78EE6DA-A9B3-4C3D-B149-AFF3AA9D90BF}">
      <dgm:prSet/>
      <dgm:spPr/>
      <dgm:t>
        <a:bodyPr/>
        <a:lstStyle/>
        <a:p>
          <a:endParaRPr lang="en-US"/>
        </a:p>
      </dgm:t>
    </dgm:pt>
    <dgm:pt modelId="{53B074A2-CD87-4D32-BB52-1FEEAF4AB53E}" type="sibTrans" cxnId="{F78EE6DA-A9B3-4C3D-B149-AFF3AA9D90BF}">
      <dgm:prSet/>
      <dgm:spPr/>
      <dgm:t>
        <a:bodyPr/>
        <a:lstStyle/>
        <a:p>
          <a:endParaRPr lang="en-US"/>
        </a:p>
      </dgm:t>
    </dgm:pt>
    <dgm:pt modelId="{199E28E6-4478-4154-BDBB-03C547E01170}" type="pres">
      <dgm:prSet presAssocID="{43B29CEE-2D5E-475F-9023-F729A2409F0E}" presName="root" presStyleCnt="0">
        <dgm:presLayoutVars>
          <dgm:dir/>
          <dgm:resizeHandles val="exact"/>
        </dgm:presLayoutVars>
      </dgm:prSet>
      <dgm:spPr/>
    </dgm:pt>
    <dgm:pt modelId="{BCC25916-A86A-4F9C-BB32-9BBFDB6300D4}" type="pres">
      <dgm:prSet presAssocID="{E6F89EA1-7261-4B0E-9726-95EADB1E0B8F}" presName="compNode" presStyleCnt="0"/>
      <dgm:spPr/>
    </dgm:pt>
    <dgm:pt modelId="{C561FBF6-5FB4-405F-9890-622A560540D5}" type="pres">
      <dgm:prSet presAssocID="{E6F89EA1-7261-4B0E-9726-95EADB1E0B8F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DB4DE7B-2D64-44E2-8FDB-418D499F21CA}" type="pres">
      <dgm:prSet presAssocID="{E6F89EA1-7261-4B0E-9726-95EADB1E0B8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48B1D802-C71A-4523-89B4-F77B71298207}" type="pres">
      <dgm:prSet presAssocID="{E6F89EA1-7261-4B0E-9726-95EADB1E0B8F}" presName="spaceRect" presStyleCnt="0"/>
      <dgm:spPr/>
    </dgm:pt>
    <dgm:pt modelId="{E64A748A-55F8-4870-8AEF-4D30B13F9EB2}" type="pres">
      <dgm:prSet presAssocID="{E6F89EA1-7261-4B0E-9726-95EADB1E0B8F}" presName="textRect" presStyleLbl="revTx" presStyleIdx="0" presStyleCnt="5">
        <dgm:presLayoutVars>
          <dgm:chMax val="1"/>
          <dgm:chPref val="1"/>
        </dgm:presLayoutVars>
      </dgm:prSet>
      <dgm:spPr/>
    </dgm:pt>
    <dgm:pt modelId="{E12278CC-640C-455E-9AEA-41D4AD683956}" type="pres">
      <dgm:prSet presAssocID="{5B58018E-C9F3-4F9A-92AA-9B019F7E2182}" presName="sibTrans" presStyleCnt="0"/>
      <dgm:spPr/>
    </dgm:pt>
    <dgm:pt modelId="{2F8CAF62-8398-441F-BC5F-D96E475CADE8}" type="pres">
      <dgm:prSet presAssocID="{E1524E57-410B-4EAE-B500-157794343952}" presName="compNode" presStyleCnt="0"/>
      <dgm:spPr/>
    </dgm:pt>
    <dgm:pt modelId="{9042822D-AFD2-4AB2-9992-DE4C4E592B7B}" type="pres">
      <dgm:prSet presAssocID="{E1524E57-410B-4EAE-B500-157794343952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A7BBFF0-B417-46B8-9CF0-08F386C02FD8}" type="pres">
      <dgm:prSet presAssocID="{E1524E57-410B-4EAE-B500-15779434395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37F738C2-A86A-4706-961A-CADDADC2F480}" type="pres">
      <dgm:prSet presAssocID="{E1524E57-410B-4EAE-B500-157794343952}" presName="spaceRect" presStyleCnt="0"/>
      <dgm:spPr/>
    </dgm:pt>
    <dgm:pt modelId="{E7C36CC3-3075-4094-9875-F1D8BDCFA715}" type="pres">
      <dgm:prSet presAssocID="{E1524E57-410B-4EAE-B500-157794343952}" presName="textRect" presStyleLbl="revTx" presStyleIdx="1" presStyleCnt="5">
        <dgm:presLayoutVars>
          <dgm:chMax val="1"/>
          <dgm:chPref val="1"/>
        </dgm:presLayoutVars>
      </dgm:prSet>
      <dgm:spPr/>
    </dgm:pt>
    <dgm:pt modelId="{BA0E135A-3E91-402C-B3CA-B20749A31CC3}" type="pres">
      <dgm:prSet presAssocID="{71B63D26-B483-4F54-A1C2-FFE3C19D671E}" presName="sibTrans" presStyleCnt="0"/>
      <dgm:spPr/>
    </dgm:pt>
    <dgm:pt modelId="{FE7932F9-8C6A-4150-A174-E73F42D2CBB9}" type="pres">
      <dgm:prSet presAssocID="{7CDBE80C-1365-4CC8-BBCF-15CB582B6020}" presName="compNode" presStyleCnt="0"/>
      <dgm:spPr/>
    </dgm:pt>
    <dgm:pt modelId="{D3166805-F7DA-4D71-A7AF-08CE5DB5C0AD}" type="pres">
      <dgm:prSet presAssocID="{7CDBE80C-1365-4CC8-BBCF-15CB582B6020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8D70A73-A619-492F-A741-C518FB263CE2}" type="pres">
      <dgm:prSet presAssocID="{7CDBE80C-1365-4CC8-BBCF-15CB582B602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38439D7D-D954-4BFB-A3BB-3F7BD886102A}" type="pres">
      <dgm:prSet presAssocID="{7CDBE80C-1365-4CC8-BBCF-15CB582B6020}" presName="spaceRect" presStyleCnt="0"/>
      <dgm:spPr/>
    </dgm:pt>
    <dgm:pt modelId="{E1B97069-17F3-4F14-B02C-4F1AE07103EE}" type="pres">
      <dgm:prSet presAssocID="{7CDBE80C-1365-4CC8-BBCF-15CB582B6020}" presName="textRect" presStyleLbl="revTx" presStyleIdx="2" presStyleCnt="5">
        <dgm:presLayoutVars>
          <dgm:chMax val="1"/>
          <dgm:chPref val="1"/>
        </dgm:presLayoutVars>
      </dgm:prSet>
      <dgm:spPr/>
    </dgm:pt>
    <dgm:pt modelId="{660DBF14-D89D-47A3-8D2D-91E714FFB711}" type="pres">
      <dgm:prSet presAssocID="{F5EFBEFE-CE12-4BB9-90E7-CC730339E88E}" presName="sibTrans" presStyleCnt="0"/>
      <dgm:spPr/>
    </dgm:pt>
    <dgm:pt modelId="{FC13968E-312F-4B06-AEED-1B34EE4EEB84}" type="pres">
      <dgm:prSet presAssocID="{4638A213-5A10-4DC9-8DC6-9644CF039A8B}" presName="compNode" presStyleCnt="0"/>
      <dgm:spPr/>
    </dgm:pt>
    <dgm:pt modelId="{5126D9F4-DC81-42D6-BC33-EE7C9142D904}" type="pres">
      <dgm:prSet presAssocID="{4638A213-5A10-4DC9-8DC6-9644CF039A8B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890EECF-9E39-4C56-8FA0-96B99F23BBC5}" type="pres">
      <dgm:prSet presAssocID="{4638A213-5A10-4DC9-8DC6-9644CF039A8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BEC5564B-C01A-4E41-AA49-D76F04EA9EAA}" type="pres">
      <dgm:prSet presAssocID="{4638A213-5A10-4DC9-8DC6-9644CF039A8B}" presName="spaceRect" presStyleCnt="0"/>
      <dgm:spPr/>
    </dgm:pt>
    <dgm:pt modelId="{5B7EC765-DA28-4599-8AC1-22303B69B98B}" type="pres">
      <dgm:prSet presAssocID="{4638A213-5A10-4DC9-8DC6-9644CF039A8B}" presName="textRect" presStyleLbl="revTx" presStyleIdx="3" presStyleCnt="5">
        <dgm:presLayoutVars>
          <dgm:chMax val="1"/>
          <dgm:chPref val="1"/>
        </dgm:presLayoutVars>
      </dgm:prSet>
      <dgm:spPr/>
    </dgm:pt>
    <dgm:pt modelId="{43133D6D-27E6-43DA-BA21-3073FDE66336}" type="pres">
      <dgm:prSet presAssocID="{33E4534B-DE8B-49F9-9318-DFA2FBBB1AB2}" presName="sibTrans" presStyleCnt="0"/>
      <dgm:spPr/>
    </dgm:pt>
    <dgm:pt modelId="{9D407D21-3E6E-4A95-8BF6-0D262DA1922E}" type="pres">
      <dgm:prSet presAssocID="{15937418-84C2-4104-939D-EC8B10B377CA}" presName="compNode" presStyleCnt="0"/>
      <dgm:spPr/>
    </dgm:pt>
    <dgm:pt modelId="{5B5DA097-667D-4B6B-98A1-A2642D4AC266}" type="pres">
      <dgm:prSet presAssocID="{15937418-84C2-4104-939D-EC8B10B377CA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2E18946-6FEB-4499-AE30-3025946DA56D}" type="pres">
      <dgm:prSet presAssocID="{15937418-84C2-4104-939D-EC8B10B377C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6E34C132-0346-497C-8DB5-B64EFDD531F5}" type="pres">
      <dgm:prSet presAssocID="{15937418-84C2-4104-939D-EC8B10B377CA}" presName="spaceRect" presStyleCnt="0"/>
      <dgm:spPr/>
    </dgm:pt>
    <dgm:pt modelId="{2BF6DFF6-509F-4F0E-B77F-99DF9007F94F}" type="pres">
      <dgm:prSet presAssocID="{15937418-84C2-4104-939D-EC8B10B377C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14B565C-F565-4A0A-B363-452EA79AF02A}" type="presOf" srcId="{7CDBE80C-1365-4CC8-BBCF-15CB582B6020}" destId="{E1B97069-17F3-4F14-B02C-4F1AE07103EE}" srcOrd="0" destOrd="0" presId="urn:microsoft.com/office/officeart/2018/5/layout/IconLeafLabelList"/>
    <dgm:cxn modelId="{2FC0036D-F630-4988-8815-1248E536951D}" type="presOf" srcId="{43B29CEE-2D5E-475F-9023-F729A2409F0E}" destId="{199E28E6-4478-4154-BDBB-03C547E01170}" srcOrd="0" destOrd="0" presId="urn:microsoft.com/office/officeart/2018/5/layout/IconLeafLabelList"/>
    <dgm:cxn modelId="{66A4106E-DABA-4D8A-BA8F-900B870C54D3}" srcId="{43B29CEE-2D5E-475F-9023-F729A2409F0E}" destId="{E6F89EA1-7261-4B0E-9726-95EADB1E0B8F}" srcOrd="0" destOrd="0" parTransId="{F4701A83-E46E-4E2D-A559-73BEEE8E890B}" sibTransId="{5B58018E-C9F3-4F9A-92AA-9B019F7E2182}"/>
    <dgm:cxn modelId="{B5305F4F-0EF9-489D-9EFE-659F60E0DA2C}" srcId="{43B29CEE-2D5E-475F-9023-F729A2409F0E}" destId="{7CDBE80C-1365-4CC8-BBCF-15CB582B6020}" srcOrd="2" destOrd="0" parTransId="{386FE931-AC0B-41E8-BF33-0D4F55A1248D}" sibTransId="{F5EFBEFE-CE12-4BB9-90E7-CC730339E88E}"/>
    <dgm:cxn modelId="{839E3551-DF27-49C5-A5CF-76FE07B0CAF2}" type="presOf" srcId="{E1524E57-410B-4EAE-B500-157794343952}" destId="{E7C36CC3-3075-4094-9875-F1D8BDCFA715}" srcOrd="0" destOrd="0" presId="urn:microsoft.com/office/officeart/2018/5/layout/IconLeafLabelList"/>
    <dgm:cxn modelId="{A20D0D53-2A3F-4D62-8F59-FCE7E60E8EA1}" type="presOf" srcId="{E6F89EA1-7261-4B0E-9726-95EADB1E0B8F}" destId="{E64A748A-55F8-4870-8AEF-4D30B13F9EB2}" srcOrd="0" destOrd="0" presId="urn:microsoft.com/office/officeart/2018/5/layout/IconLeafLabelList"/>
    <dgm:cxn modelId="{5061D054-D026-448A-BF8F-6F6A9653252A}" type="presOf" srcId="{15937418-84C2-4104-939D-EC8B10B377CA}" destId="{2BF6DFF6-509F-4F0E-B77F-99DF9007F94F}" srcOrd="0" destOrd="0" presId="urn:microsoft.com/office/officeart/2018/5/layout/IconLeafLabelList"/>
    <dgm:cxn modelId="{F78EE6DA-A9B3-4C3D-B149-AFF3AA9D90BF}" srcId="{43B29CEE-2D5E-475F-9023-F729A2409F0E}" destId="{15937418-84C2-4104-939D-EC8B10B377CA}" srcOrd="4" destOrd="0" parTransId="{660CEF9C-2319-48EA-8943-AA93E32BA639}" sibTransId="{53B074A2-CD87-4D32-BB52-1FEEAF4AB53E}"/>
    <dgm:cxn modelId="{3BA9A0E8-570D-4073-9418-7BD8C3B81525}" type="presOf" srcId="{4638A213-5A10-4DC9-8DC6-9644CF039A8B}" destId="{5B7EC765-DA28-4599-8AC1-22303B69B98B}" srcOrd="0" destOrd="0" presId="urn:microsoft.com/office/officeart/2018/5/layout/IconLeafLabelList"/>
    <dgm:cxn modelId="{5CC59AEC-6B8A-4E18-AC7C-7282BF76B869}" srcId="{43B29CEE-2D5E-475F-9023-F729A2409F0E}" destId="{4638A213-5A10-4DC9-8DC6-9644CF039A8B}" srcOrd="3" destOrd="0" parTransId="{230F950F-881F-475F-BC4A-E7BB281132EC}" sibTransId="{33E4534B-DE8B-49F9-9318-DFA2FBBB1AB2}"/>
    <dgm:cxn modelId="{A5FD22EE-744F-40D6-95F7-FE2D99C4C920}" srcId="{43B29CEE-2D5E-475F-9023-F729A2409F0E}" destId="{E1524E57-410B-4EAE-B500-157794343952}" srcOrd="1" destOrd="0" parTransId="{0D2F4B3B-8A23-46F7-BC5C-AB8AF1742287}" sibTransId="{71B63D26-B483-4F54-A1C2-FFE3C19D671E}"/>
    <dgm:cxn modelId="{37591960-BCCE-48DD-9FD2-B41C41ABD763}" type="presParOf" srcId="{199E28E6-4478-4154-BDBB-03C547E01170}" destId="{BCC25916-A86A-4F9C-BB32-9BBFDB6300D4}" srcOrd="0" destOrd="0" presId="urn:microsoft.com/office/officeart/2018/5/layout/IconLeafLabelList"/>
    <dgm:cxn modelId="{E62F1390-6C11-488F-9A2D-0D08FC26A0EF}" type="presParOf" srcId="{BCC25916-A86A-4F9C-BB32-9BBFDB6300D4}" destId="{C561FBF6-5FB4-405F-9890-622A560540D5}" srcOrd="0" destOrd="0" presId="urn:microsoft.com/office/officeart/2018/5/layout/IconLeafLabelList"/>
    <dgm:cxn modelId="{97D46F5D-0D63-48A1-9F64-DCE6ECFA929C}" type="presParOf" srcId="{BCC25916-A86A-4F9C-BB32-9BBFDB6300D4}" destId="{BDB4DE7B-2D64-44E2-8FDB-418D499F21CA}" srcOrd="1" destOrd="0" presId="urn:microsoft.com/office/officeart/2018/5/layout/IconLeafLabelList"/>
    <dgm:cxn modelId="{16C07529-763F-40D2-9589-13C305AC8DC4}" type="presParOf" srcId="{BCC25916-A86A-4F9C-BB32-9BBFDB6300D4}" destId="{48B1D802-C71A-4523-89B4-F77B71298207}" srcOrd="2" destOrd="0" presId="urn:microsoft.com/office/officeart/2018/5/layout/IconLeafLabelList"/>
    <dgm:cxn modelId="{6DAAC178-49FA-4D73-A550-4664665647A7}" type="presParOf" srcId="{BCC25916-A86A-4F9C-BB32-9BBFDB6300D4}" destId="{E64A748A-55F8-4870-8AEF-4D30B13F9EB2}" srcOrd="3" destOrd="0" presId="urn:microsoft.com/office/officeart/2018/5/layout/IconLeafLabelList"/>
    <dgm:cxn modelId="{1FB4C955-7BEC-47B7-9F77-DC22AF0ABCB4}" type="presParOf" srcId="{199E28E6-4478-4154-BDBB-03C547E01170}" destId="{E12278CC-640C-455E-9AEA-41D4AD683956}" srcOrd="1" destOrd="0" presId="urn:microsoft.com/office/officeart/2018/5/layout/IconLeafLabelList"/>
    <dgm:cxn modelId="{C691DCD0-D41F-44A3-BA1B-49C19B0EAB7C}" type="presParOf" srcId="{199E28E6-4478-4154-BDBB-03C547E01170}" destId="{2F8CAF62-8398-441F-BC5F-D96E475CADE8}" srcOrd="2" destOrd="0" presId="urn:microsoft.com/office/officeart/2018/5/layout/IconLeafLabelList"/>
    <dgm:cxn modelId="{56A757F2-C1E5-47F2-9AEF-552654E08E1A}" type="presParOf" srcId="{2F8CAF62-8398-441F-BC5F-D96E475CADE8}" destId="{9042822D-AFD2-4AB2-9992-DE4C4E592B7B}" srcOrd="0" destOrd="0" presId="urn:microsoft.com/office/officeart/2018/5/layout/IconLeafLabelList"/>
    <dgm:cxn modelId="{34A9125A-1D86-491B-AD25-80F102EF2857}" type="presParOf" srcId="{2F8CAF62-8398-441F-BC5F-D96E475CADE8}" destId="{0A7BBFF0-B417-46B8-9CF0-08F386C02FD8}" srcOrd="1" destOrd="0" presId="urn:microsoft.com/office/officeart/2018/5/layout/IconLeafLabelList"/>
    <dgm:cxn modelId="{E5983EBB-C515-4C39-BD3E-CFB97E7BD81A}" type="presParOf" srcId="{2F8CAF62-8398-441F-BC5F-D96E475CADE8}" destId="{37F738C2-A86A-4706-961A-CADDADC2F480}" srcOrd="2" destOrd="0" presId="urn:microsoft.com/office/officeart/2018/5/layout/IconLeafLabelList"/>
    <dgm:cxn modelId="{6BF6BF06-90C9-4823-9E7E-962354A31BED}" type="presParOf" srcId="{2F8CAF62-8398-441F-BC5F-D96E475CADE8}" destId="{E7C36CC3-3075-4094-9875-F1D8BDCFA715}" srcOrd="3" destOrd="0" presId="urn:microsoft.com/office/officeart/2018/5/layout/IconLeafLabelList"/>
    <dgm:cxn modelId="{448A85B5-CCA0-46DF-92B7-5CE7DACDBFDF}" type="presParOf" srcId="{199E28E6-4478-4154-BDBB-03C547E01170}" destId="{BA0E135A-3E91-402C-B3CA-B20749A31CC3}" srcOrd="3" destOrd="0" presId="urn:microsoft.com/office/officeart/2018/5/layout/IconLeafLabelList"/>
    <dgm:cxn modelId="{58380C22-538F-447C-B1D1-8BA74E48FF8A}" type="presParOf" srcId="{199E28E6-4478-4154-BDBB-03C547E01170}" destId="{FE7932F9-8C6A-4150-A174-E73F42D2CBB9}" srcOrd="4" destOrd="0" presId="urn:microsoft.com/office/officeart/2018/5/layout/IconLeafLabelList"/>
    <dgm:cxn modelId="{73353805-7698-4003-8CCA-DD81819F8FF5}" type="presParOf" srcId="{FE7932F9-8C6A-4150-A174-E73F42D2CBB9}" destId="{D3166805-F7DA-4D71-A7AF-08CE5DB5C0AD}" srcOrd="0" destOrd="0" presId="urn:microsoft.com/office/officeart/2018/5/layout/IconLeafLabelList"/>
    <dgm:cxn modelId="{C5DBE8AB-D0E4-4B0E-88A0-DFF9C402C127}" type="presParOf" srcId="{FE7932F9-8C6A-4150-A174-E73F42D2CBB9}" destId="{58D70A73-A619-492F-A741-C518FB263CE2}" srcOrd="1" destOrd="0" presId="urn:microsoft.com/office/officeart/2018/5/layout/IconLeafLabelList"/>
    <dgm:cxn modelId="{38B8DD51-CD42-4788-9079-0B50DDB700CB}" type="presParOf" srcId="{FE7932F9-8C6A-4150-A174-E73F42D2CBB9}" destId="{38439D7D-D954-4BFB-A3BB-3F7BD886102A}" srcOrd="2" destOrd="0" presId="urn:microsoft.com/office/officeart/2018/5/layout/IconLeafLabelList"/>
    <dgm:cxn modelId="{58AEA8CC-E671-449F-9177-2EC03F6D98E7}" type="presParOf" srcId="{FE7932F9-8C6A-4150-A174-E73F42D2CBB9}" destId="{E1B97069-17F3-4F14-B02C-4F1AE07103EE}" srcOrd="3" destOrd="0" presId="urn:microsoft.com/office/officeart/2018/5/layout/IconLeafLabelList"/>
    <dgm:cxn modelId="{4E8F8234-CE7D-4E45-AD25-BA8E0EEDED20}" type="presParOf" srcId="{199E28E6-4478-4154-BDBB-03C547E01170}" destId="{660DBF14-D89D-47A3-8D2D-91E714FFB711}" srcOrd="5" destOrd="0" presId="urn:microsoft.com/office/officeart/2018/5/layout/IconLeafLabelList"/>
    <dgm:cxn modelId="{BFE90F22-BA4E-4373-8499-943C25FB81E9}" type="presParOf" srcId="{199E28E6-4478-4154-BDBB-03C547E01170}" destId="{FC13968E-312F-4B06-AEED-1B34EE4EEB84}" srcOrd="6" destOrd="0" presId="urn:microsoft.com/office/officeart/2018/5/layout/IconLeafLabelList"/>
    <dgm:cxn modelId="{5F704F44-4A92-4DE0-AA15-E338F0762B4D}" type="presParOf" srcId="{FC13968E-312F-4B06-AEED-1B34EE4EEB84}" destId="{5126D9F4-DC81-42D6-BC33-EE7C9142D904}" srcOrd="0" destOrd="0" presId="urn:microsoft.com/office/officeart/2018/5/layout/IconLeafLabelList"/>
    <dgm:cxn modelId="{2B08D3EC-2394-4611-BAEE-7305D74FEF85}" type="presParOf" srcId="{FC13968E-312F-4B06-AEED-1B34EE4EEB84}" destId="{C890EECF-9E39-4C56-8FA0-96B99F23BBC5}" srcOrd="1" destOrd="0" presId="urn:microsoft.com/office/officeart/2018/5/layout/IconLeafLabelList"/>
    <dgm:cxn modelId="{66069B76-F058-4958-AA9C-9D43ABFDA281}" type="presParOf" srcId="{FC13968E-312F-4B06-AEED-1B34EE4EEB84}" destId="{BEC5564B-C01A-4E41-AA49-D76F04EA9EAA}" srcOrd="2" destOrd="0" presId="urn:microsoft.com/office/officeart/2018/5/layout/IconLeafLabelList"/>
    <dgm:cxn modelId="{510D3F1C-3A72-4FB9-84DE-1A1248BD40AD}" type="presParOf" srcId="{FC13968E-312F-4B06-AEED-1B34EE4EEB84}" destId="{5B7EC765-DA28-4599-8AC1-22303B69B98B}" srcOrd="3" destOrd="0" presId="urn:microsoft.com/office/officeart/2018/5/layout/IconLeafLabelList"/>
    <dgm:cxn modelId="{A2CE3678-32EB-4261-883B-B8C36B551187}" type="presParOf" srcId="{199E28E6-4478-4154-BDBB-03C547E01170}" destId="{43133D6D-27E6-43DA-BA21-3073FDE66336}" srcOrd="7" destOrd="0" presId="urn:microsoft.com/office/officeart/2018/5/layout/IconLeafLabelList"/>
    <dgm:cxn modelId="{64CD8A45-BC70-400F-B2F7-A9990F23FA5E}" type="presParOf" srcId="{199E28E6-4478-4154-BDBB-03C547E01170}" destId="{9D407D21-3E6E-4A95-8BF6-0D262DA1922E}" srcOrd="8" destOrd="0" presId="urn:microsoft.com/office/officeart/2018/5/layout/IconLeafLabelList"/>
    <dgm:cxn modelId="{3798643A-746C-49FF-BE97-0F5C034D7AD5}" type="presParOf" srcId="{9D407D21-3E6E-4A95-8BF6-0D262DA1922E}" destId="{5B5DA097-667D-4B6B-98A1-A2642D4AC266}" srcOrd="0" destOrd="0" presId="urn:microsoft.com/office/officeart/2018/5/layout/IconLeafLabelList"/>
    <dgm:cxn modelId="{F082E009-3C47-433B-A7C8-E1A7AACA9ED6}" type="presParOf" srcId="{9D407D21-3E6E-4A95-8BF6-0D262DA1922E}" destId="{E2E18946-6FEB-4499-AE30-3025946DA56D}" srcOrd="1" destOrd="0" presId="urn:microsoft.com/office/officeart/2018/5/layout/IconLeafLabelList"/>
    <dgm:cxn modelId="{809A3495-0F6A-4413-B1A4-6D1334EA57DD}" type="presParOf" srcId="{9D407D21-3E6E-4A95-8BF6-0D262DA1922E}" destId="{6E34C132-0346-497C-8DB5-B64EFDD531F5}" srcOrd="2" destOrd="0" presId="urn:microsoft.com/office/officeart/2018/5/layout/IconLeafLabelList"/>
    <dgm:cxn modelId="{6E9E2053-8717-4E6F-BDB1-03F69EED0329}" type="presParOf" srcId="{9D407D21-3E6E-4A95-8BF6-0D262DA1922E}" destId="{2BF6DFF6-509F-4F0E-B77F-99DF9007F94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A59C0D-D94A-43A3-8B1A-FE352E5EDA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19F8430-EDE7-4482-8F60-1EF79A740BB4}">
      <dgm:prSet/>
      <dgm:spPr/>
      <dgm:t>
        <a:bodyPr/>
        <a:lstStyle/>
        <a:p>
          <a:r>
            <a:rPr lang="en-US"/>
            <a:t>In Scope:</a:t>
          </a:r>
        </a:p>
      </dgm:t>
    </dgm:pt>
    <dgm:pt modelId="{2B984DDF-6444-4063-8A4A-E3AF0AFF67E3}" type="parTrans" cxnId="{D33D2412-A160-42FC-8948-C2F97E105222}">
      <dgm:prSet/>
      <dgm:spPr/>
      <dgm:t>
        <a:bodyPr/>
        <a:lstStyle/>
        <a:p>
          <a:endParaRPr lang="en-US"/>
        </a:p>
      </dgm:t>
    </dgm:pt>
    <dgm:pt modelId="{5DE1CE0E-36DA-49E6-99CB-12AF9D8AD01A}" type="sibTrans" cxnId="{D33D2412-A160-42FC-8948-C2F97E105222}">
      <dgm:prSet/>
      <dgm:spPr/>
      <dgm:t>
        <a:bodyPr/>
        <a:lstStyle/>
        <a:p>
          <a:endParaRPr lang="en-US"/>
        </a:p>
      </dgm:t>
    </dgm:pt>
    <dgm:pt modelId="{0273FDE0-471B-484A-9B56-9160F13780F1}">
      <dgm:prSet/>
      <dgm:spPr/>
      <dgm:t>
        <a:bodyPr/>
        <a:lstStyle/>
        <a:p>
          <a:r>
            <a:rPr lang="en-US"/>
            <a:t>• Gym registration &amp; dashboard</a:t>
          </a:r>
        </a:p>
      </dgm:t>
    </dgm:pt>
    <dgm:pt modelId="{952E3794-139A-4FD6-9F40-C32C2F30C219}" type="parTrans" cxnId="{DF155C09-282E-4326-BEE6-18F4596E73B6}">
      <dgm:prSet/>
      <dgm:spPr/>
      <dgm:t>
        <a:bodyPr/>
        <a:lstStyle/>
        <a:p>
          <a:endParaRPr lang="en-US"/>
        </a:p>
      </dgm:t>
    </dgm:pt>
    <dgm:pt modelId="{97246AFA-53E4-460C-9574-1849D389C81F}" type="sibTrans" cxnId="{DF155C09-282E-4326-BEE6-18F4596E73B6}">
      <dgm:prSet/>
      <dgm:spPr/>
      <dgm:t>
        <a:bodyPr/>
        <a:lstStyle/>
        <a:p>
          <a:endParaRPr lang="en-US"/>
        </a:p>
      </dgm:t>
    </dgm:pt>
    <dgm:pt modelId="{FF7F30F0-3001-4AEA-AF95-11A0C923FE45}">
      <dgm:prSet/>
      <dgm:spPr/>
      <dgm:t>
        <a:bodyPr/>
        <a:lstStyle/>
        <a:p>
          <a:r>
            <a:rPr lang="en-US"/>
            <a:t>• Trainer-member management</a:t>
          </a:r>
        </a:p>
      </dgm:t>
    </dgm:pt>
    <dgm:pt modelId="{8FDE2817-69BD-4862-B51D-0A8A0CAF501B}" type="parTrans" cxnId="{1CA9F1AB-9051-43FB-B0F2-86BF48778B25}">
      <dgm:prSet/>
      <dgm:spPr/>
      <dgm:t>
        <a:bodyPr/>
        <a:lstStyle/>
        <a:p>
          <a:endParaRPr lang="en-US"/>
        </a:p>
      </dgm:t>
    </dgm:pt>
    <dgm:pt modelId="{B3B8BFA1-8735-4643-92FF-CAC1F2EB05FF}" type="sibTrans" cxnId="{1CA9F1AB-9051-43FB-B0F2-86BF48778B25}">
      <dgm:prSet/>
      <dgm:spPr/>
      <dgm:t>
        <a:bodyPr/>
        <a:lstStyle/>
        <a:p>
          <a:endParaRPr lang="en-US"/>
        </a:p>
      </dgm:t>
    </dgm:pt>
    <dgm:pt modelId="{AE42308F-9DCB-42A5-A3CB-3BFEFF338F98}">
      <dgm:prSet/>
      <dgm:spPr/>
      <dgm:t>
        <a:bodyPr/>
        <a:lstStyle/>
        <a:p>
          <a:r>
            <a:rPr lang="en-US"/>
            <a:t>• Personalized diet &amp; exercise</a:t>
          </a:r>
        </a:p>
      </dgm:t>
    </dgm:pt>
    <dgm:pt modelId="{28A9685E-9BA3-4364-9153-7D51846AC12B}" type="parTrans" cxnId="{B0DFF68A-4D42-4A5F-86FF-48BB5720816B}">
      <dgm:prSet/>
      <dgm:spPr/>
      <dgm:t>
        <a:bodyPr/>
        <a:lstStyle/>
        <a:p>
          <a:endParaRPr lang="en-US"/>
        </a:p>
      </dgm:t>
    </dgm:pt>
    <dgm:pt modelId="{872CDC35-8020-470F-867F-6F0928EB2996}" type="sibTrans" cxnId="{B0DFF68A-4D42-4A5F-86FF-48BB5720816B}">
      <dgm:prSet/>
      <dgm:spPr/>
      <dgm:t>
        <a:bodyPr/>
        <a:lstStyle/>
        <a:p>
          <a:endParaRPr lang="en-US"/>
        </a:p>
      </dgm:t>
    </dgm:pt>
    <dgm:pt modelId="{7E3A8BDB-9EC3-4126-905A-E26080D0EBA6}">
      <dgm:prSet/>
      <dgm:spPr/>
      <dgm:t>
        <a:bodyPr/>
        <a:lstStyle/>
        <a:p>
          <a:r>
            <a:rPr lang="en-US"/>
            <a:t>• Video upload &amp; feedback</a:t>
          </a:r>
        </a:p>
      </dgm:t>
    </dgm:pt>
    <dgm:pt modelId="{92C482F7-AE1A-4ED6-8E38-8B21D2A3C22D}" type="parTrans" cxnId="{8C8A2DE5-D262-4B7A-8ACC-1418BF8EE97F}">
      <dgm:prSet/>
      <dgm:spPr/>
      <dgm:t>
        <a:bodyPr/>
        <a:lstStyle/>
        <a:p>
          <a:endParaRPr lang="en-US"/>
        </a:p>
      </dgm:t>
    </dgm:pt>
    <dgm:pt modelId="{5852EA4D-49D5-4C52-89E9-2B6A3DB67FDD}" type="sibTrans" cxnId="{8C8A2DE5-D262-4B7A-8ACC-1418BF8EE97F}">
      <dgm:prSet/>
      <dgm:spPr/>
      <dgm:t>
        <a:bodyPr/>
        <a:lstStyle/>
        <a:p>
          <a:endParaRPr lang="en-US"/>
        </a:p>
      </dgm:t>
    </dgm:pt>
    <dgm:pt modelId="{5F9CCCF8-9AFD-4E05-834F-ED3869A92458}">
      <dgm:prSet/>
      <dgm:spPr/>
      <dgm:t>
        <a:bodyPr/>
        <a:lstStyle/>
        <a:p>
          <a:r>
            <a:rPr lang="en-US"/>
            <a:t>Out of Scope:</a:t>
          </a:r>
        </a:p>
      </dgm:t>
    </dgm:pt>
    <dgm:pt modelId="{DBB5D4BD-E003-43ED-85A4-02FA1768C080}" type="parTrans" cxnId="{FBC0F5E2-8C11-4046-81F2-7C786F2B6398}">
      <dgm:prSet/>
      <dgm:spPr/>
      <dgm:t>
        <a:bodyPr/>
        <a:lstStyle/>
        <a:p>
          <a:endParaRPr lang="en-US"/>
        </a:p>
      </dgm:t>
    </dgm:pt>
    <dgm:pt modelId="{BC9B1795-6C78-4CD4-9B55-677541663FF9}" type="sibTrans" cxnId="{FBC0F5E2-8C11-4046-81F2-7C786F2B6398}">
      <dgm:prSet/>
      <dgm:spPr/>
      <dgm:t>
        <a:bodyPr/>
        <a:lstStyle/>
        <a:p>
          <a:endParaRPr lang="en-US"/>
        </a:p>
      </dgm:t>
    </dgm:pt>
    <dgm:pt modelId="{7CE7F88A-A4B9-435F-8251-F14E48C1401A}">
      <dgm:prSet/>
      <dgm:spPr/>
      <dgm:t>
        <a:bodyPr/>
        <a:lstStyle/>
        <a:p>
          <a:r>
            <a:rPr lang="en-US"/>
            <a:t>• AI recommendation system</a:t>
          </a:r>
        </a:p>
      </dgm:t>
    </dgm:pt>
    <dgm:pt modelId="{46C566B5-4F94-46F9-97F7-5AF541F81F02}" type="parTrans" cxnId="{51D2A1D9-0C8C-49DF-B852-16764256B425}">
      <dgm:prSet/>
      <dgm:spPr/>
      <dgm:t>
        <a:bodyPr/>
        <a:lstStyle/>
        <a:p>
          <a:endParaRPr lang="en-US"/>
        </a:p>
      </dgm:t>
    </dgm:pt>
    <dgm:pt modelId="{5B236818-FE79-4ABB-89BF-E63DA10723DD}" type="sibTrans" cxnId="{51D2A1D9-0C8C-49DF-B852-16764256B425}">
      <dgm:prSet/>
      <dgm:spPr/>
      <dgm:t>
        <a:bodyPr/>
        <a:lstStyle/>
        <a:p>
          <a:endParaRPr lang="en-US"/>
        </a:p>
      </dgm:t>
    </dgm:pt>
    <dgm:pt modelId="{53E2456B-7DBA-47DD-8938-8CA813F381B8}">
      <dgm:prSet/>
      <dgm:spPr/>
      <dgm:t>
        <a:bodyPr/>
        <a:lstStyle/>
        <a:p>
          <a:r>
            <a:rPr lang="en-US" dirty="0"/>
            <a:t>• Payment management</a:t>
          </a:r>
        </a:p>
      </dgm:t>
    </dgm:pt>
    <dgm:pt modelId="{6FC0EFFF-2A25-42F4-9DC6-9A4A9DBD3443}" type="parTrans" cxnId="{653459E5-F4DF-4866-B044-2ED21EC43E25}">
      <dgm:prSet/>
      <dgm:spPr/>
      <dgm:t>
        <a:bodyPr/>
        <a:lstStyle/>
        <a:p>
          <a:endParaRPr lang="en-US"/>
        </a:p>
      </dgm:t>
    </dgm:pt>
    <dgm:pt modelId="{1DA7A7DB-08DA-4373-9784-A810FB54E7EA}" type="sibTrans" cxnId="{653459E5-F4DF-4866-B044-2ED21EC43E25}">
      <dgm:prSet/>
      <dgm:spPr/>
      <dgm:t>
        <a:bodyPr/>
        <a:lstStyle/>
        <a:p>
          <a:endParaRPr lang="en-US"/>
        </a:p>
      </dgm:t>
    </dgm:pt>
    <dgm:pt modelId="{3861ABC4-D3ED-4D09-BCEC-4B757E642712}" type="pres">
      <dgm:prSet presAssocID="{7FA59C0D-D94A-43A3-8B1A-FE352E5EDA81}" presName="root" presStyleCnt="0">
        <dgm:presLayoutVars>
          <dgm:dir/>
          <dgm:resizeHandles val="exact"/>
        </dgm:presLayoutVars>
      </dgm:prSet>
      <dgm:spPr/>
    </dgm:pt>
    <dgm:pt modelId="{338A0DDA-68CC-407F-BF1C-95FFBAB18994}" type="pres">
      <dgm:prSet presAssocID="{819F8430-EDE7-4482-8F60-1EF79A740BB4}" presName="compNode" presStyleCnt="0"/>
      <dgm:spPr/>
    </dgm:pt>
    <dgm:pt modelId="{8A696358-4814-4DF7-BDE0-6C3E99C58E23}" type="pres">
      <dgm:prSet presAssocID="{819F8430-EDE7-4482-8F60-1EF79A740BB4}" presName="bgRect" presStyleLbl="bgShp" presStyleIdx="0" presStyleCnt="8"/>
      <dgm:spPr/>
    </dgm:pt>
    <dgm:pt modelId="{F420F242-CE31-4B7E-96B5-43623446FB99}" type="pres">
      <dgm:prSet presAssocID="{819F8430-EDE7-4482-8F60-1EF79A740BB4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B78F518-2A23-4DBB-9527-CA2D24983CE4}" type="pres">
      <dgm:prSet presAssocID="{819F8430-EDE7-4482-8F60-1EF79A740BB4}" presName="spaceRect" presStyleCnt="0"/>
      <dgm:spPr/>
    </dgm:pt>
    <dgm:pt modelId="{47508A98-A7C4-42C5-8151-6F21E4C0B443}" type="pres">
      <dgm:prSet presAssocID="{819F8430-EDE7-4482-8F60-1EF79A740BB4}" presName="parTx" presStyleLbl="revTx" presStyleIdx="0" presStyleCnt="8">
        <dgm:presLayoutVars>
          <dgm:chMax val="0"/>
          <dgm:chPref val="0"/>
        </dgm:presLayoutVars>
      </dgm:prSet>
      <dgm:spPr/>
    </dgm:pt>
    <dgm:pt modelId="{78E86BC6-41F7-4463-9930-AB5EB5EA2E50}" type="pres">
      <dgm:prSet presAssocID="{5DE1CE0E-36DA-49E6-99CB-12AF9D8AD01A}" presName="sibTrans" presStyleCnt="0"/>
      <dgm:spPr/>
    </dgm:pt>
    <dgm:pt modelId="{3323E29E-13BE-40C5-A43D-7A3696AAE521}" type="pres">
      <dgm:prSet presAssocID="{0273FDE0-471B-484A-9B56-9160F13780F1}" presName="compNode" presStyleCnt="0"/>
      <dgm:spPr/>
    </dgm:pt>
    <dgm:pt modelId="{04D90F60-18C8-419D-844F-6D133F88CCB4}" type="pres">
      <dgm:prSet presAssocID="{0273FDE0-471B-484A-9B56-9160F13780F1}" presName="bgRect" presStyleLbl="bgShp" presStyleIdx="1" presStyleCnt="8"/>
      <dgm:spPr/>
    </dgm:pt>
    <dgm:pt modelId="{6C2537B5-5670-42CF-A072-31F675657AD4}" type="pres">
      <dgm:prSet presAssocID="{0273FDE0-471B-484A-9B56-9160F13780F1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421FCFA1-1623-48A8-9391-C7D745FEDEB2}" type="pres">
      <dgm:prSet presAssocID="{0273FDE0-471B-484A-9B56-9160F13780F1}" presName="spaceRect" presStyleCnt="0"/>
      <dgm:spPr/>
    </dgm:pt>
    <dgm:pt modelId="{ECD69287-DD97-4C46-91CA-2EC3815353C9}" type="pres">
      <dgm:prSet presAssocID="{0273FDE0-471B-484A-9B56-9160F13780F1}" presName="parTx" presStyleLbl="revTx" presStyleIdx="1" presStyleCnt="8">
        <dgm:presLayoutVars>
          <dgm:chMax val="0"/>
          <dgm:chPref val="0"/>
        </dgm:presLayoutVars>
      </dgm:prSet>
      <dgm:spPr/>
    </dgm:pt>
    <dgm:pt modelId="{19D7427C-4FFD-4D98-A016-C56ABD20684F}" type="pres">
      <dgm:prSet presAssocID="{97246AFA-53E4-460C-9574-1849D389C81F}" presName="sibTrans" presStyleCnt="0"/>
      <dgm:spPr/>
    </dgm:pt>
    <dgm:pt modelId="{F1995569-2943-4BED-A82B-233127BC6B8F}" type="pres">
      <dgm:prSet presAssocID="{FF7F30F0-3001-4AEA-AF95-11A0C923FE45}" presName="compNode" presStyleCnt="0"/>
      <dgm:spPr/>
    </dgm:pt>
    <dgm:pt modelId="{A09C9986-56EF-4A02-87EB-4E019FC1382A}" type="pres">
      <dgm:prSet presAssocID="{FF7F30F0-3001-4AEA-AF95-11A0C923FE45}" presName="bgRect" presStyleLbl="bgShp" presStyleIdx="2" presStyleCnt="8"/>
      <dgm:spPr/>
    </dgm:pt>
    <dgm:pt modelId="{163D6F63-EC50-4052-9EEE-4CF355C83D71}" type="pres">
      <dgm:prSet presAssocID="{FF7F30F0-3001-4AEA-AF95-11A0C923FE45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75A0CBB0-91E3-49C2-AED8-23EACFC0668F}" type="pres">
      <dgm:prSet presAssocID="{FF7F30F0-3001-4AEA-AF95-11A0C923FE45}" presName="spaceRect" presStyleCnt="0"/>
      <dgm:spPr/>
    </dgm:pt>
    <dgm:pt modelId="{2F6513FA-0885-4443-9FD0-346F5026C40E}" type="pres">
      <dgm:prSet presAssocID="{FF7F30F0-3001-4AEA-AF95-11A0C923FE45}" presName="parTx" presStyleLbl="revTx" presStyleIdx="2" presStyleCnt="8">
        <dgm:presLayoutVars>
          <dgm:chMax val="0"/>
          <dgm:chPref val="0"/>
        </dgm:presLayoutVars>
      </dgm:prSet>
      <dgm:spPr/>
    </dgm:pt>
    <dgm:pt modelId="{08CD24D7-61FD-4C20-947A-80BB854F5A51}" type="pres">
      <dgm:prSet presAssocID="{B3B8BFA1-8735-4643-92FF-CAC1F2EB05FF}" presName="sibTrans" presStyleCnt="0"/>
      <dgm:spPr/>
    </dgm:pt>
    <dgm:pt modelId="{3BD5097C-858E-46D9-A622-E9EE4AFE31DA}" type="pres">
      <dgm:prSet presAssocID="{AE42308F-9DCB-42A5-A3CB-3BFEFF338F98}" presName="compNode" presStyleCnt="0"/>
      <dgm:spPr/>
    </dgm:pt>
    <dgm:pt modelId="{779AC80A-E7D7-4843-A0BA-21D6E70BE1D7}" type="pres">
      <dgm:prSet presAssocID="{AE42308F-9DCB-42A5-A3CB-3BFEFF338F98}" presName="bgRect" presStyleLbl="bgShp" presStyleIdx="3" presStyleCnt="8"/>
      <dgm:spPr/>
    </dgm:pt>
    <dgm:pt modelId="{54B07C4D-103E-49FA-9593-99E9BF431B51}" type="pres">
      <dgm:prSet presAssocID="{AE42308F-9DCB-42A5-A3CB-3BFEFF338F98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Eating"/>
        </a:ext>
      </dgm:extLst>
    </dgm:pt>
    <dgm:pt modelId="{684161D2-80B2-4788-B54E-C15D22105A4F}" type="pres">
      <dgm:prSet presAssocID="{AE42308F-9DCB-42A5-A3CB-3BFEFF338F98}" presName="spaceRect" presStyleCnt="0"/>
      <dgm:spPr/>
    </dgm:pt>
    <dgm:pt modelId="{6B7B58B2-F272-4B94-949C-FC482BC56DBE}" type="pres">
      <dgm:prSet presAssocID="{AE42308F-9DCB-42A5-A3CB-3BFEFF338F98}" presName="parTx" presStyleLbl="revTx" presStyleIdx="3" presStyleCnt="8">
        <dgm:presLayoutVars>
          <dgm:chMax val="0"/>
          <dgm:chPref val="0"/>
        </dgm:presLayoutVars>
      </dgm:prSet>
      <dgm:spPr/>
    </dgm:pt>
    <dgm:pt modelId="{5E8A51BC-430D-4891-B9EE-7879A9E229EB}" type="pres">
      <dgm:prSet presAssocID="{872CDC35-8020-470F-867F-6F0928EB2996}" presName="sibTrans" presStyleCnt="0"/>
      <dgm:spPr/>
    </dgm:pt>
    <dgm:pt modelId="{3B439BAF-C007-43ED-9A41-5D65E781410E}" type="pres">
      <dgm:prSet presAssocID="{7E3A8BDB-9EC3-4126-905A-E26080D0EBA6}" presName="compNode" presStyleCnt="0"/>
      <dgm:spPr/>
    </dgm:pt>
    <dgm:pt modelId="{2AEF2E8C-646A-42FD-9653-ADAF0BF43ECF}" type="pres">
      <dgm:prSet presAssocID="{7E3A8BDB-9EC3-4126-905A-E26080D0EBA6}" presName="bgRect" presStyleLbl="bgShp" presStyleIdx="4" presStyleCnt="8"/>
      <dgm:spPr/>
    </dgm:pt>
    <dgm:pt modelId="{F7CD15A3-7645-4283-9022-29A134403145}" type="pres">
      <dgm:prSet presAssocID="{7E3A8BDB-9EC3-4126-905A-E26080D0EBA6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C6F5ABA2-040F-4BAA-870B-A7E25DFDD819}" type="pres">
      <dgm:prSet presAssocID="{7E3A8BDB-9EC3-4126-905A-E26080D0EBA6}" presName="spaceRect" presStyleCnt="0"/>
      <dgm:spPr/>
    </dgm:pt>
    <dgm:pt modelId="{55B1D8E5-AF88-4830-BBAF-B7CD6B871916}" type="pres">
      <dgm:prSet presAssocID="{7E3A8BDB-9EC3-4126-905A-E26080D0EBA6}" presName="parTx" presStyleLbl="revTx" presStyleIdx="4" presStyleCnt="8">
        <dgm:presLayoutVars>
          <dgm:chMax val="0"/>
          <dgm:chPref val="0"/>
        </dgm:presLayoutVars>
      </dgm:prSet>
      <dgm:spPr/>
    </dgm:pt>
    <dgm:pt modelId="{7959FAFC-BD42-4B0A-AD36-2B9C6A453982}" type="pres">
      <dgm:prSet presAssocID="{5852EA4D-49D5-4C52-89E9-2B6A3DB67FDD}" presName="sibTrans" presStyleCnt="0"/>
      <dgm:spPr/>
    </dgm:pt>
    <dgm:pt modelId="{B33C3CC5-789A-4FA4-8419-BB281AEB70F3}" type="pres">
      <dgm:prSet presAssocID="{5F9CCCF8-9AFD-4E05-834F-ED3869A92458}" presName="compNode" presStyleCnt="0"/>
      <dgm:spPr/>
    </dgm:pt>
    <dgm:pt modelId="{461125AF-2B5E-41D5-AE95-EB00083BCF64}" type="pres">
      <dgm:prSet presAssocID="{5F9CCCF8-9AFD-4E05-834F-ED3869A92458}" presName="bgRect" presStyleLbl="bgShp" presStyleIdx="5" presStyleCnt="8"/>
      <dgm:spPr/>
    </dgm:pt>
    <dgm:pt modelId="{2745BAF6-0F65-4CB9-89D1-D39095142902}" type="pres">
      <dgm:prSet presAssocID="{5F9CCCF8-9AFD-4E05-834F-ED3869A92458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AEB4E38D-5B12-43FA-81DF-4C7EE840B24F}" type="pres">
      <dgm:prSet presAssocID="{5F9CCCF8-9AFD-4E05-834F-ED3869A92458}" presName="spaceRect" presStyleCnt="0"/>
      <dgm:spPr/>
    </dgm:pt>
    <dgm:pt modelId="{FE5171CC-E0AE-4B4C-8E29-D19A81255F61}" type="pres">
      <dgm:prSet presAssocID="{5F9CCCF8-9AFD-4E05-834F-ED3869A92458}" presName="parTx" presStyleLbl="revTx" presStyleIdx="5" presStyleCnt="8">
        <dgm:presLayoutVars>
          <dgm:chMax val="0"/>
          <dgm:chPref val="0"/>
        </dgm:presLayoutVars>
      </dgm:prSet>
      <dgm:spPr/>
    </dgm:pt>
    <dgm:pt modelId="{F5749310-2543-4E1F-9ABA-BAE2B3DB2B02}" type="pres">
      <dgm:prSet presAssocID="{BC9B1795-6C78-4CD4-9B55-677541663FF9}" presName="sibTrans" presStyleCnt="0"/>
      <dgm:spPr/>
    </dgm:pt>
    <dgm:pt modelId="{031BABA8-538E-4D02-995A-90A098CBA767}" type="pres">
      <dgm:prSet presAssocID="{7CE7F88A-A4B9-435F-8251-F14E48C1401A}" presName="compNode" presStyleCnt="0"/>
      <dgm:spPr/>
    </dgm:pt>
    <dgm:pt modelId="{5144CBF5-7AB7-4823-9CA6-5748262327BB}" type="pres">
      <dgm:prSet presAssocID="{7CE7F88A-A4B9-435F-8251-F14E48C1401A}" presName="bgRect" presStyleLbl="bgShp" presStyleIdx="6" presStyleCnt="8"/>
      <dgm:spPr/>
    </dgm:pt>
    <dgm:pt modelId="{508FA6F2-3A06-48CF-A15F-0037488FFC3B}" type="pres">
      <dgm:prSet presAssocID="{7CE7F88A-A4B9-435F-8251-F14E48C1401A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1F32F7B-106A-4B7E-B0D7-FC6F00ADDE1A}" type="pres">
      <dgm:prSet presAssocID="{7CE7F88A-A4B9-435F-8251-F14E48C1401A}" presName="spaceRect" presStyleCnt="0"/>
      <dgm:spPr/>
    </dgm:pt>
    <dgm:pt modelId="{343F2367-ADAF-4D57-9701-377B281E2A36}" type="pres">
      <dgm:prSet presAssocID="{7CE7F88A-A4B9-435F-8251-F14E48C1401A}" presName="parTx" presStyleLbl="revTx" presStyleIdx="6" presStyleCnt="8">
        <dgm:presLayoutVars>
          <dgm:chMax val="0"/>
          <dgm:chPref val="0"/>
        </dgm:presLayoutVars>
      </dgm:prSet>
      <dgm:spPr/>
    </dgm:pt>
    <dgm:pt modelId="{CB9F481F-593A-4D63-A644-103EEA46FF32}" type="pres">
      <dgm:prSet presAssocID="{5B236818-FE79-4ABB-89BF-E63DA10723DD}" presName="sibTrans" presStyleCnt="0"/>
      <dgm:spPr/>
    </dgm:pt>
    <dgm:pt modelId="{51CAB20B-7AA4-4153-9EBC-EE7C5DBCA765}" type="pres">
      <dgm:prSet presAssocID="{53E2456B-7DBA-47DD-8938-8CA813F381B8}" presName="compNode" presStyleCnt="0"/>
      <dgm:spPr/>
    </dgm:pt>
    <dgm:pt modelId="{470E0C22-82B6-4583-BF80-B518554AB800}" type="pres">
      <dgm:prSet presAssocID="{53E2456B-7DBA-47DD-8938-8CA813F381B8}" presName="bgRect" presStyleLbl="bgShp" presStyleIdx="7" presStyleCnt="8"/>
      <dgm:spPr/>
    </dgm:pt>
    <dgm:pt modelId="{389417A5-D4B0-4CB1-9E9A-34848446E84C}" type="pres">
      <dgm:prSet presAssocID="{53E2456B-7DBA-47DD-8938-8CA813F381B8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928D0F3D-7431-4B3C-B985-75C1DBA3033F}" type="pres">
      <dgm:prSet presAssocID="{53E2456B-7DBA-47DD-8938-8CA813F381B8}" presName="spaceRect" presStyleCnt="0"/>
      <dgm:spPr/>
    </dgm:pt>
    <dgm:pt modelId="{B43EDDC4-6799-498E-B6C7-173564479692}" type="pres">
      <dgm:prSet presAssocID="{53E2456B-7DBA-47DD-8938-8CA813F381B8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76E8D900-FF1A-4429-9089-70DDA5938C89}" type="presOf" srcId="{7FA59C0D-D94A-43A3-8B1A-FE352E5EDA81}" destId="{3861ABC4-D3ED-4D09-BCEC-4B757E642712}" srcOrd="0" destOrd="0" presId="urn:microsoft.com/office/officeart/2018/2/layout/IconVerticalSolidList"/>
    <dgm:cxn modelId="{DF155C09-282E-4326-BEE6-18F4596E73B6}" srcId="{7FA59C0D-D94A-43A3-8B1A-FE352E5EDA81}" destId="{0273FDE0-471B-484A-9B56-9160F13780F1}" srcOrd="1" destOrd="0" parTransId="{952E3794-139A-4FD6-9F40-C32C2F30C219}" sibTransId="{97246AFA-53E4-460C-9574-1849D389C81F}"/>
    <dgm:cxn modelId="{D33D2412-A160-42FC-8948-C2F97E105222}" srcId="{7FA59C0D-D94A-43A3-8B1A-FE352E5EDA81}" destId="{819F8430-EDE7-4482-8F60-1EF79A740BB4}" srcOrd="0" destOrd="0" parTransId="{2B984DDF-6444-4063-8A4A-E3AF0AFF67E3}" sibTransId="{5DE1CE0E-36DA-49E6-99CB-12AF9D8AD01A}"/>
    <dgm:cxn modelId="{EB9EC135-FF35-4990-8221-57C95FC78728}" type="presOf" srcId="{5F9CCCF8-9AFD-4E05-834F-ED3869A92458}" destId="{FE5171CC-E0AE-4B4C-8E29-D19A81255F61}" srcOrd="0" destOrd="0" presId="urn:microsoft.com/office/officeart/2018/2/layout/IconVerticalSolidList"/>
    <dgm:cxn modelId="{7F18513D-7A17-4245-8DAF-1C3D6E38E121}" type="presOf" srcId="{819F8430-EDE7-4482-8F60-1EF79A740BB4}" destId="{47508A98-A7C4-42C5-8151-6F21E4C0B443}" srcOrd="0" destOrd="0" presId="urn:microsoft.com/office/officeart/2018/2/layout/IconVerticalSolidList"/>
    <dgm:cxn modelId="{76834063-EE45-48A8-9A80-8161738FC82E}" type="presOf" srcId="{AE42308F-9DCB-42A5-A3CB-3BFEFF338F98}" destId="{6B7B58B2-F272-4B94-949C-FC482BC56DBE}" srcOrd="0" destOrd="0" presId="urn:microsoft.com/office/officeart/2018/2/layout/IconVerticalSolidList"/>
    <dgm:cxn modelId="{B0DFF68A-4D42-4A5F-86FF-48BB5720816B}" srcId="{7FA59C0D-D94A-43A3-8B1A-FE352E5EDA81}" destId="{AE42308F-9DCB-42A5-A3CB-3BFEFF338F98}" srcOrd="3" destOrd="0" parTransId="{28A9685E-9BA3-4364-9153-7D51846AC12B}" sibTransId="{872CDC35-8020-470F-867F-6F0928EB2996}"/>
    <dgm:cxn modelId="{28B0858B-6F3B-4EE1-9D78-4DB3455FAE66}" type="presOf" srcId="{7E3A8BDB-9EC3-4126-905A-E26080D0EBA6}" destId="{55B1D8E5-AF88-4830-BBAF-B7CD6B871916}" srcOrd="0" destOrd="0" presId="urn:microsoft.com/office/officeart/2018/2/layout/IconVerticalSolidList"/>
    <dgm:cxn modelId="{AC5205A4-E0D2-4685-82FF-1B05B26D271E}" type="presOf" srcId="{7CE7F88A-A4B9-435F-8251-F14E48C1401A}" destId="{343F2367-ADAF-4D57-9701-377B281E2A36}" srcOrd="0" destOrd="0" presId="urn:microsoft.com/office/officeart/2018/2/layout/IconVerticalSolidList"/>
    <dgm:cxn modelId="{3B4FF2A4-3B31-4E89-AC7E-EE338BD1F46F}" type="presOf" srcId="{53E2456B-7DBA-47DD-8938-8CA813F381B8}" destId="{B43EDDC4-6799-498E-B6C7-173564479692}" srcOrd="0" destOrd="0" presId="urn:microsoft.com/office/officeart/2018/2/layout/IconVerticalSolidList"/>
    <dgm:cxn modelId="{1CA9F1AB-9051-43FB-B0F2-86BF48778B25}" srcId="{7FA59C0D-D94A-43A3-8B1A-FE352E5EDA81}" destId="{FF7F30F0-3001-4AEA-AF95-11A0C923FE45}" srcOrd="2" destOrd="0" parTransId="{8FDE2817-69BD-4862-B51D-0A8A0CAF501B}" sibTransId="{B3B8BFA1-8735-4643-92FF-CAC1F2EB05FF}"/>
    <dgm:cxn modelId="{C6E487BC-5631-487D-8DE8-478E80441D6D}" type="presOf" srcId="{0273FDE0-471B-484A-9B56-9160F13780F1}" destId="{ECD69287-DD97-4C46-91CA-2EC3815353C9}" srcOrd="0" destOrd="0" presId="urn:microsoft.com/office/officeart/2018/2/layout/IconVerticalSolidList"/>
    <dgm:cxn modelId="{D9119ECD-4739-4226-9D7D-A8F26B46D231}" type="presOf" srcId="{FF7F30F0-3001-4AEA-AF95-11A0C923FE45}" destId="{2F6513FA-0885-4443-9FD0-346F5026C40E}" srcOrd="0" destOrd="0" presId="urn:microsoft.com/office/officeart/2018/2/layout/IconVerticalSolidList"/>
    <dgm:cxn modelId="{51D2A1D9-0C8C-49DF-B852-16764256B425}" srcId="{7FA59C0D-D94A-43A3-8B1A-FE352E5EDA81}" destId="{7CE7F88A-A4B9-435F-8251-F14E48C1401A}" srcOrd="6" destOrd="0" parTransId="{46C566B5-4F94-46F9-97F7-5AF541F81F02}" sibTransId="{5B236818-FE79-4ABB-89BF-E63DA10723DD}"/>
    <dgm:cxn modelId="{FBC0F5E2-8C11-4046-81F2-7C786F2B6398}" srcId="{7FA59C0D-D94A-43A3-8B1A-FE352E5EDA81}" destId="{5F9CCCF8-9AFD-4E05-834F-ED3869A92458}" srcOrd="5" destOrd="0" parTransId="{DBB5D4BD-E003-43ED-85A4-02FA1768C080}" sibTransId="{BC9B1795-6C78-4CD4-9B55-677541663FF9}"/>
    <dgm:cxn modelId="{8C8A2DE5-D262-4B7A-8ACC-1418BF8EE97F}" srcId="{7FA59C0D-D94A-43A3-8B1A-FE352E5EDA81}" destId="{7E3A8BDB-9EC3-4126-905A-E26080D0EBA6}" srcOrd="4" destOrd="0" parTransId="{92C482F7-AE1A-4ED6-8E38-8B21D2A3C22D}" sibTransId="{5852EA4D-49D5-4C52-89E9-2B6A3DB67FDD}"/>
    <dgm:cxn modelId="{653459E5-F4DF-4866-B044-2ED21EC43E25}" srcId="{7FA59C0D-D94A-43A3-8B1A-FE352E5EDA81}" destId="{53E2456B-7DBA-47DD-8938-8CA813F381B8}" srcOrd="7" destOrd="0" parTransId="{6FC0EFFF-2A25-42F4-9DC6-9A4A9DBD3443}" sibTransId="{1DA7A7DB-08DA-4373-9784-A810FB54E7EA}"/>
    <dgm:cxn modelId="{D7BB5128-6ADD-45D8-9C05-10F4B7EB4625}" type="presParOf" srcId="{3861ABC4-D3ED-4D09-BCEC-4B757E642712}" destId="{338A0DDA-68CC-407F-BF1C-95FFBAB18994}" srcOrd="0" destOrd="0" presId="urn:microsoft.com/office/officeart/2018/2/layout/IconVerticalSolidList"/>
    <dgm:cxn modelId="{EE3D237B-0A8D-4BA9-A0AD-B85D32CF8949}" type="presParOf" srcId="{338A0DDA-68CC-407F-BF1C-95FFBAB18994}" destId="{8A696358-4814-4DF7-BDE0-6C3E99C58E23}" srcOrd="0" destOrd="0" presId="urn:microsoft.com/office/officeart/2018/2/layout/IconVerticalSolidList"/>
    <dgm:cxn modelId="{A0968698-8DB1-4411-8149-E2AC6055B187}" type="presParOf" srcId="{338A0DDA-68CC-407F-BF1C-95FFBAB18994}" destId="{F420F242-CE31-4B7E-96B5-43623446FB99}" srcOrd="1" destOrd="0" presId="urn:microsoft.com/office/officeart/2018/2/layout/IconVerticalSolidList"/>
    <dgm:cxn modelId="{8E79E45A-68A4-4E86-8C56-E5934666C4AC}" type="presParOf" srcId="{338A0DDA-68CC-407F-BF1C-95FFBAB18994}" destId="{5B78F518-2A23-4DBB-9527-CA2D24983CE4}" srcOrd="2" destOrd="0" presId="urn:microsoft.com/office/officeart/2018/2/layout/IconVerticalSolidList"/>
    <dgm:cxn modelId="{1088FF1F-6BE7-401B-B89C-45F6B28742F1}" type="presParOf" srcId="{338A0DDA-68CC-407F-BF1C-95FFBAB18994}" destId="{47508A98-A7C4-42C5-8151-6F21E4C0B443}" srcOrd="3" destOrd="0" presId="urn:microsoft.com/office/officeart/2018/2/layout/IconVerticalSolidList"/>
    <dgm:cxn modelId="{90ECD04D-A49B-486F-9887-72525A3BF2FB}" type="presParOf" srcId="{3861ABC4-D3ED-4D09-BCEC-4B757E642712}" destId="{78E86BC6-41F7-4463-9930-AB5EB5EA2E50}" srcOrd="1" destOrd="0" presId="urn:microsoft.com/office/officeart/2018/2/layout/IconVerticalSolidList"/>
    <dgm:cxn modelId="{453AEFD5-72BF-4985-A841-735176E9379F}" type="presParOf" srcId="{3861ABC4-D3ED-4D09-BCEC-4B757E642712}" destId="{3323E29E-13BE-40C5-A43D-7A3696AAE521}" srcOrd="2" destOrd="0" presId="urn:microsoft.com/office/officeart/2018/2/layout/IconVerticalSolidList"/>
    <dgm:cxn modelId="{FB955DA1-BBDA-4A1D-8281-EABECFA7E11E}" type="presParOf" srcId="{3323E29E-13BE-40C5-A43D-7A3696AAE521}" destId="{04D90F60-18C8-419D-844F-6D133F88CCB4}" srcOrd="0" destOrd="0" presId="urn:microsoft.com/office/officeart/2018/2/layout/IconVerticalSolidList"/>
    <dgm:cxn modelId="{09AE4DDD-43C2-48CB-80EA-8A8BD4BD3CCA}" type="presParOf" srcId="{3323E29E-13BE-40C5-A43D-7A3696AAE521}" destId="{6C2537B5-5670-42CF-A072-31F675657AD4}" srcOrd="1" destOrd="0" presId="urn:microsoft.com/office/officeart/2018/2/layout/IconVerticalSolidList"/>
    <dgm:cxn modelId="{42035519-5028-4226-B854-80257C72A156}" type="presParOf" srcId="{3323E29E-13BE-40C5-A43D-7A3696AAE521}" destId="{421FCFA1-1623-48A8-9391-C7D745FEDEB2}" srcOrd="2" destOrd="0" presId="urn:microsoft.com/office/officeart/2018/2/layout/IconVerticalSolidList"/>
    <dgm:cxn modelId="{CB6465D0-09BA-4A12-B2A4-9E37551B39B9}" type="presParOf" srcId="{3323E29E-13BE-40C5-A43D-7A3696AAE521}" destId="{ECD69287-DD97-4C46-91CA-2EC3815353C9}" srcOrd="3" destOrd="0" presId="urn:microsoft.com/office/officeart/2018/2/layout/IconVerticalSolidList"/>
    <dgm:cxn modelId="{481163B7-C43E-495C-A585-578A9E6D384E}" type="presParOf" srcId="{3861ABC4-D3ED-4D09-BCEC-4B757E642712}" destId="{19D7427C-4FFD-4D98-A016-C56ABD20684F}" srcOrd="3" destOrd="0" presId="urn:microsoft.com/office/officeart/2018/2/layout/IconVerticalSolidList"/>
    <dgm:cxn modelId="{F7DE36F5-3CC4-455F-9248-69F91DCBDC42}" type="presParOf" srcId="{3861ABC4-D3ED-4D09-BCEC-4B757E642712}" destId="{F1995569-2943-4BED-A82B-233127BC6B8F}" srcOrd="4" destOrd="0" presId="urn:microsoft.com/office/officeart/2018/2/layout/IconVerticalSolidList"/>
    <dgm:cxn modelId="{597C469B-DCFA-46C2-BDDE-70DA0889157F}" type="presParOf" srcId="{F1995569-2943-4BED-A82B-233127BC6B8F}" destId="{A09C9986-56EF-4A02-87EB-4E019FC1382A}" srcOrd="0" destOrd="0" presId="urn:microsoft.com/office/officeart/2018/2/layout/IconVerticalSolidList"/>
    <dgm:cxn modelId="{884D383B-A919-4459-A1DD-9E7917048A48}" type="presParOf" srcId="{F1995569-2943-4BED-A82B-233127BC6B8F}" destId="{163D6F63-EC50-4052-9EEE-4CF355C83D71}" srcOrd="1" destOrd="0" presId="urn:microsoft.com/office/officeart/2018/2/layout/IconVerticalSolidList"/>
    <dgm:cxn modelId="{71CB8CAF-744D-4224-8A13-3046A072CC9E}" type="presParOf" srcId="{F1995569-2943-4BED-A82B-233127BC6B8F}" destId="{75A0CBB0-91E3-49C2-AED8-23EACFC0668F}" srcOrd="2" destOrd="0" presId="urn:microsoft.com/office/officeart/2018/2/layout/IconVerticalSolidList"/>
    <dgm:cxn modelId="{37B386B8-569B-42E6-82EC-93F40A1DA664}" type="presParOf" srcId="{F1995569-2943-4BED-A82B-233127BC6B8F}" destId="{2F6513FA-0885-4443-9FD0-346F5026C40E}" srcOrd="3" destOrd="0" presId="urn:microsoft.com/office/officeart/2018/2/layout/IconVerticalSolidList"/>
    <dgm:cxn modelId="{2ADA0E83-ACD7-40D3-88FD-514126E3492A}" type="presParOf" srcId="{3861ABC4-D3ED-4D09-BCEC-4B757E642712}" destId="{08CD24D7-61FD-4C20-947A-80BB854F5A51}" srcOrd="5" destOrd="0" presId="urn:microsoft.com/office/officeart/2018/2/layout/IconVerticalSolidList"/>
    <dgm:cxn modelId="{34EBFB27-9CE4-4C55-8C40-06213E2E5C2F}" type="presParOf" srcId="{3861ABC4-D3ED-4D09-BCEC-4B757E642712}" destId="{3BD5097C-858E-46D9-A622-E9EE4AFE31DA}" srcOrd="6" destOrd="0" presId="urn:microsoft.com/office/officeart/2018/2/layout/IconVerticalSolidList"/>
    <dgm:cxn modelId="{EF641994-2D2D-4F61-ACBA-F59C80CD6A3B}" type="presParOf" srcId="{3BD5097C-858E-46D9-A622-E9EE4AFE31DA}" destId="{779AC80A-E7D7-4843-A0BA-21D6E70BE1D7}" srcOrd="0" destOrd="0" presId="urn:microsoft.com/office/officeart/2018/2/layout/IconVerticalSolidList"/>
    <dgm:cxn modelId="{6F0E9571-5C32-4A8C-8390-C486EF70A1DA}" type="presParOf" srcId="{3BD5097C-858E-46D9-A622-E9EE4AFE31DA}" destId="{54B07C4D-103E-49FA-9593-99E9BF431B51}" srcOrd="1" destOrd="0" presId="urn:microsoft.com/office/officeart/2018/2/layout/IconVerticalSolidList"/>
    <dgm:cxn modelId="{18A559C6-FFE1-4E3C-92ED-80928FCA952E}" type="presParOf" srcId="{3BD5097C-858E-46D9-A622-E9EE4AFE31DA}" destId="{684161D2-80B2-4788-B54E-C15D22105A4F}" srcOrd="2" destOrd="0" presId="urn:microsoft.com/office/officeart/2018/2/layout/IconVerticalSolidList"/>
    <dgm:cxn modelId="{96CB6E6B-0821-471B-933E-5387BB2466E6}" type="presParOf" srcId="{3BD5097C-858E-46D9-A622-E9EE4AFE31DA}" destId="{6B7B58B2-F272-4B94-949C-FC482BC56DBE}" srcOrd="3" destOrd="0" presId="urn:microsoft.com/office/officeart/2018/2/layout/IconVerticalSolidList"/>
    <dgm:cxn modelId="{23523F21-FCF3-4697-9A1C-C6A82D8608A8}" type="presParOf" srcId="{3861ABC4-D3ED-4D09-BCEC-4B757E642712}" destId="{5E8A51BC-430D-4891-B9EE-7879A9E229EB}" srcOrd="7" destOrd="0" presId="urn:microsoft.com/office/officeart/2018/2/layout/IconVerticalSolidList"/>
    <dgm:cxn modelId="{D3E9AE54-0B47-4FCF-9399-EAC61CA4F8EC}" type="presParOf" srcId="{3861ABC4-D3ED-4D09-BCEC-4B757E642712}" destId="{3B439BAF-C007-43ED-9A41-5D65E781410E}" srcOrd="8" destOrd="0" presId="urn:microsoft.com/office/officeart/2018/2/layout/IconVerticalSolidList"/>
    <dgm:cxn modelId="{467EA3C9-006C-4DB0-9714-0BAE2D26DFB8}" type="presParOf" srcId="{3B439BAF-C007-43ED-9A41-5D65E781410E}" destId="{2AEF2E8C-646A-42FD-9653-ADAF0BF43ECF}" srcOrd="0" destOrd="0" presId="urn:microsoft.com/office/officeart/2018/2/layout/IconVerticalSolidList"/>
    <dgm:cxn modelId="{8AA76247-3F13-483E-A1BB-C7AA748C2A01}" type="presParOf" srcId="{3B439BAF-C007-43ED-9A41-5D65E781410E}" destId="{F7CD15A3-7645-4283-9022-29A134403145}" srcOrd="1" destOrd="0" presId="urn:microsoft.com/office/officeart/2018/2/layout/IconVerticalSolidList"/>
    <dgm:cxn modelId="{5FD0C1F1-8AF6-4177-8793-C365A6228291}" type="presParOf" srcId="{3B439BAF-C007-43ED-9A41-5D65E781410E}" destId="{C6F5ABA2-040F-4BAA-870B-A7E25DFDD819}" srcOrd="2" destOrd="0" presId="urn:microsoft.com/office/officeart/2018/2/layout/IconVerticalSolidList"/>
    <dgm:cxn modelId="{61856C0B-127F-4A57-BE21-DEDE5A5A794C}" type="presParOf" srcId="{3B439BAF-C007-43ED-9A41-5D65E781410E}" destId="{55B1D8E5-AF88-4830-BBAF-B7CD6B871916}" srcOrd="3" destOrd="0" presId="urn:microsoft.com/office/officeart/2018/2/layout/IconVerticalSolidList"/>
    <dgm:cxn modelId="{3E46C20E-AA65-4E92-8DFA-B1E6C51F9511}" type="presParOf" srcId="{3861ABC4-D3ED-4D09-BCEC-4B757E642712}" destId="{7959FAFC-BD42-4B0A-AD36-2B9C6A453982}" srcOrd="9" destOrd="0" presId="urn:microsoft.com/office/officeart/2018/2/layout/IconVerticalSolidList"/>
    <dgm:cxn modelId="{1B8F0D5C-AB24-4332-9447-9554D212AAA4}" type="presParOf" srcId="{3861ABC4-D3ED-4D09-BCEC-4B757E642712}" destId="{B33C3CC5-789A-4FA4-8419-BB281AEB70F3}" srcOrd="10" destOrd="0" presId="urn:microsoft.com/office/officeart/2018/2/layout/IconVerticalSolidList"/>
    <dgm:cxn modelId="{BE1BE756-BD8B-4C40-B3CF-A93F1D919DC5}" type="presParOf" srcId="{B33C3CC5-789A-4FA4-8419-BB281AEB70F3}" destId="{461125AF-2B5E-41D5-AE95-EB00083BCF64}" srcOrd="0" destOrd="0" presId="urn:microsoft.com/office/officeart/2018/2/layout/IconVerticalSolidList"/>
    <dgm:cxn modelId="{753F24C0-1C6E-4291-90CE-CEA52DA248FC}" type="presParOf" srcId="{B33C3CC5-789A-4FA4-8419-BB281AEB70F3}" destId="{2745BAF6-0F65-4CB9-89D1-D39095142902}" srcOrd="1" destOrd="0" presId="urn:microsoft.com/office/officeart/2018/2/layout/IconVerticalSolidList"/>
    <dgm:cxn modelId="{71134FBC-E6C7-4463-AD63-EA497CE49798}" type="presParOf" srcId="{B33C3CC5-789A-4FA4-8419-BB281AEB70F3}" destId="{AEB4E38D-5B12-43FA-81DF-4C7EE840B24F}" srcOrd="2" destOrd="0" presId="urn:microsoft.com/office/officeart/2018/2/layout/IconVerticalSolidList"/>
    <dgm:cxn modelId="{F9B3B0B0-1DC5-4BDB-A681-FF82ED1E3788}" type="presParOf" srcId="{B33C3CC5-789A-4FA4-8419-BB281AEB70F3}" destId="{FE5171CC-E0AE-4B4C-8E29-D19A81255F61}" srcOrd="3" destOrd="0" presId="urn:microsoft.com/office/officeart/2018/2/layout/IconVerticalSolidList"/>
    <dgm:cxn modelId="{F0F3EE42-4CD5-4D13-9AAB-D074F27869AF}" type="presParOf" srcId="{3861ABC4-D3ED-4D09-BCEC-4B757E642712}" destId="{F5749310-2543-4E1F-9ABA-BAE2B3DB2B02}" srcOrd="11" destOrd="0" presId="urn:microsoft.com/office/officeart/2018/2/layout/IconVerticalSolidList"/>
    <dgm:cxn modelId="{AA367197-576D-4250-8098-849DF466BEBD}" type="presParOf" srcId="{3861ABC4-D3ED-4D09-BCEC-4B757E642712}" destId="{031BABA8-538E-4D02-995A-90A098CBA767}" srcOrd="12" destOrd="0" presId="urn:microsoft.com/office/officeart/2018/2/layout/IconVerticalSolidList"/>
    <dgm:cxn modelId="{AD5C21D2-A8B9-49F5-B157-1213CDFF584F}" type="presParOf" srcId="{031BABA8-538E-4D02-995A-90A098CBA767}" destId="{5144CBF5-7AB7-4823-9CA6-5748262327BB}" srcOrd="0" destOrd="0" presId="urn:microsoft.com/office/officeart/2018/2/layout/IconVerticalSolidList"/>
    <dgm:cxn modelId="{DEE7F98A-C065-4783-9609-F935AA6A6A53}" type="presParOf" srcId="{031BABA8-538E-4D02-995A-90A098CBA767}" destId="{508FA6F2-3A06-48CF-A15F-0037488FFC3B}" srcOrd="1" destOrd="0" presId="urn:microsoft.com/office/officeart/2018/2/layout/IconVerticalSolidList"/>
    <dgm:cxn modelId="{E62DF8C6-46A1-4BFA-A8D0-0EB6A9970720}" type="presParOf" srcId="{031BABA8-538E-4D02-995A-90A098CBA767}" destId="{41F32F7B-106A-4B7E-B0D7-FC6F00ADDE1A}" srcOrd="2" destOrd="0" presId="urn:microsoft.com/office/officeart/2018/2/layout/IconVerticalSolidList"/>
    <dgm:cxn modelId="{4D5BBA3C-9C87-4792-AAAE-CB4F8199F007}" type="presParOf" srcId="{031BABA8-538E-4D02-995A-90A098CBA767}" destId="{343F2367-ADAF-4D57-9701-377B281E2A36}" srcOrd="3" destOrd="0" presId="urn:microsoft.com/office/officeart/2018/2/layout/IconVerticalSolidList"/>
    <dgm:cxn modelId="{CFB86056-092F-4A7A-A69F-68CEB2060597}" type="presParOf" srcId="{3861ABC4-D3ED-4D09-BCEC-4B757E642712}" destId="{CB9F481F-593A-4D63-A644-103EEA46FF32}" srcOrd="13" destOrd="0" presId="urn:microsoft.com/office/officeart/2018/2/layout/IconVerticalSolidList"/>
    <dgm:cxn modelId="{F1DD3D75-D897-4928-9537-47DDA6F30C74}" type="presParOf" srcId="{3861ABC4-D3ED-4D09-BCEC-4B757E642712}" destId="{51CAB20B-7AA4-4153-9EBC-EE7C5DBCA765}" srcOrd="14" destOrd="0" presId="urn:microsoft.com/office/officeart/2018/2/layout/IconVerticalSolidList"/>
    <dgm:cxn modelId="{4D8377A0-C5C9-4C2F-AF2A-DC2968FB2753}" type="presParOf" srcId="{51CAB20B-7AA4-4153-9EBC-EE7C5DBCA765}" destId="{470E0C22-82B6-4583-BF80-B518554AB800}" srcOrd="0" destOrd="0" presId="urn:microsoft.com/office/officeart/2018/2/layout/IconVerticalSolidList"/>
    <dgm:cxn modelId="{24471148-E36D-490E-A450-127D1FD9DD1C}" type="presParOf" srcId="{51CAB20B-7AA4-4153-9EBC-EE7C5DBCA765}" destId="{389417A5-D4B0-4CB1-9E9A-34848446E84C}" srcOrd="1" destOrd="0" presId="urn:microsoft.com/office/officeart/2018/2/layout/IconVerticalSolidList"/>
    <dgm:cxn modelId="{4D7D3790-3C61-45CC-B9D2-CCEE955E7DA3}" type="presParOf" srcId="{51CAB20B-7AA4-4153-9EBC-EE7C5DBCA765}" destId="{928D0F3D-7431-4B3C-B985-75C1DBA3033F}" srcOrd="2" destOrd="0" presId="urn:microsoft.com/office/officeart/2018/2/layout/IconVerticalSolidList"/>
    <dgm:cxn modelId="{13B0F015-2585-4260-BD8A-37A721309863}" type="presParOf" srcId="{51CAB20B-7AA4-4153-9EBC-EE7C5DBCA765}" destId="{B43EDDC4-6799-498E-B6C7-1735644796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0D00A7-A9C5-4ABB-83B2-58CA6D601B8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9581B8F-1312-4E7E-8FFA-D0DFFFDD1D10}">
      <dgm:prSet/>
      <dgm:spPr/>
      <dgm:t>
        <a:bodyPr/>
        <a:lstStyle/>
        <a:p>
          <a:pPr>
            <a:defRPr cap="all"/>
          </a:pPr>
          <a:r>
            <a:rPr lang="en-US"/>
            <a:t>• Data privacy breaches – Use encryption &amp; authentication</a:t>
          </a:r>
        </a:p>
      </dgm:t>
    </dgm:pt>
    <dgm:pt modelId="{D9AA21BB-C22A-4E6E-85C9-F24664CE8E35}" type="parTrans" cxnId="{8CF5F3F4-264D-45A1-8C1F-5616A6B4D9B9}">
      <dgm:prSet/>
      <dgm:spPr/>
      <dgm:t>
        <a:bodyPr/>
        <a:lstStyle/>
        <a:p>
          <a:endParaRPr lang="en-US"/>
        </a:p>
      </dgm:t>
    </dgm:pt>
    <dgm:pt modelId="{15E92317-054B-4CE4-8C4A-09309C5749F0}" type="sibTrans" cxnId="{8CF5F3F4-264D-45A1-8C1F-5616A6B4D9B9}">
      <dgm:prSet/>
      <dgm:spPr/>
      <dgm:t>
        <a:bodyPr/>
        <a:lstStyle/>
        <a:p>
          <a:endParaRPr lang="en-US"/>
        </a:p>
      </dgm:t>
    </dgm:pt>
    <dgm:pt modelId="{734E5C0F-F4F8-4C25-ABEF-FF4D294DD638}">
      <dgm:prSet/>
      <dgm:spPr/>
      <dgm:t>
        <a:bodyPr/>
        <a:lstStyle/>
        <a:p>
          <a:pPr>
            <a:defRPr cap="all"/>
          </a:pPr>
          <a:r>
            <a:rPr lang="en-US"/>
            <a:t>• Server downtime – Cloud hosting</a:t>
          </a:r>
        </a:p>
      </dgm:t>
    </dgm:pt>
    <dgm:pt modelId="{7E67C798-70A0-412B-A023-10C8CC26E8CC}" type="parTrans" cxnId="{A5C7E64A-6522-4009-A64D-C924F3FF9F83}">
      <dgm:prSet/>
      <dgm:spPr/>
      <dgm:t>
        <a:bodyPr/>
        <a:lstStyle/>
        <a:p>
          <a:endParaRPr lang="en-US"/>
        </a:p>
      </dgm:t>
    </dgm:pt>
    <dgm:pt modelId="{B2365720-2DF2-425A-BA83-CF2DB7EA07C2}" type="sibTrans" cxnId="{A5C7E64A-6522-4009-A64D-C924F3FF9F83}">
      <dgm:prSet/>
      <dgm:spPr/>
      <dgm:t>
        <a:bodyPr/>
        <a:lstStyle/>
        <a:p>
          <a:endParaRPr lang="en-US"/>
        </a:p>
      </dgm:t>
    </dgm:pt>
    <dgm:pt modelId="{1A3C4CBC-6CFC-4C56-A2DA-34BB9CA2B9AE}">
      <dgm:prSet/>
      <dgm:spPr/>
      <dgm:t>
        <a:bodyPr/>
        <a:lstStyle/>
        <a:p>
          <a:pPr>
            <a:defRPr cap="all"/>
          </a:pPr>
          <a:r>
            <a:rPr lang="en-US"/>
            <a:t>• Low adoption – Simple UX design</a:t>
          </a:r>
        </a:p>
      </dgm:t>
    </dgm:pt>
    <dgm:pt modelId="{863E5764-3267-4374-B5E0-EE62364AF6EE}" type="parTrans" cxnId="{FBD3FCC4-7768-4806-8D0B-299EC2B05825}">
      <dgm:prSet/>
      <dgm:spPr/>
      <dgm:t>
        <a:bodyPr/>
        <a:lstStyle/>
        <a:p>
          <a:endParaRPr lang="en-US"/>
        </a:p>
      </dgm:t>
    </dgm:pt>
    <dgm:pt modelId="{C3AE4A5B-29CB-4C8B-A550-0D2DFAE5F110}" type="sibTrans" cxnId="{FBD3FCC4-7768-4806-8D0B-299EC2B05825}">
      <dgm:prSet/>
      <dgm:spPr/>
      <dgm:t>
        <a:bodyPr/>
        <a:lstStyle/>
        <a:p>
          <a:endParaRPr lang="en-US"/>
        </a:p>
      </dgm:t>
    </dgm:pt>
    <dgm:pt modelId="{9B331BB7-B49C-4B02-B9DA-CCDB721223EE}">
      <dgm:prSet/>
      <dgm:spPr/>
      <dgm:t>
        <a:bodyPr/>
        <a:lstStyle/>
        <a:p>
          <a:pPr>
            <a:defRPr cap="all"/>
          </a:pPr>
          <a:r>
            <a:rPr lang="en-US"/>
            <a:t>• Feature complexity – Incremental modules</a:t>
          </a:r>
        </a:p>
      </dgm:t>
    </dgm:pt>
    <dgm:pt modelId="{0B915221-284D-4F41-8E0B-CFABDB8876BC}" type="parTrans" cxnId="{8DD43C61-34A9-439A-BC7C-C7A5214C35A7}">
      <dgm:prSet/>
      <dgm:spPr/>
      <dgm:t>
        <a:bodyPr/>
        <a:lstStyle/>
        <a:p>
          <a:endParaRPr lang="en-US"/>
        </a:p>
      </dgm:t>
    </dgm:pt>
    <dgm:pt modelId="{137D180C-FADA-4004-9F3D-35810AC218D8}" type="sibTrans" cxnId="{8DD43C61-34A9-439A-BC7C-C7A5214C35A7}">
      <dgm:prSet/>
      <dgm:spPr/>
      <dgm:t>
        <a:bodyPr/>
        <a:lstStyle/>
        <a:p>
          <a:endParaRPr lang="en-US"/>
        </a:p>
      </dgm:t>
    </dgm:pt>
    <dgm:pt modelId="{6AD4352F-CDE4-4361-BC40-EBC01D7FB688}" type="pres">
      <dgm:prSet presAssocID="{AC0D00A7-A9C5-4ABB-83B2-58CA6D601B84}" presName="root" presStyleCnt="0">
        <dgm:presLayoutVars>
          <dgm:dir/>
          <dgm:resizeHandles val="exact"/>
        </dgm:presLayoutVars>
      </dgm:prSet>
      <dgm:spPr/>
    </dgm:pt>
    <dgm:pt modelId="{78296B4D-430E-4AD6-857E-E7CA3D433C21}" type="pres">
      <dgm:prSet presAssocID="{89581B8F-1312-4E7E-8FFA-D0DFFFDD1D10}" presName="compNode" presStyleCnt="0"/>
      <dgm:spPr/>
    </dgm:pt>
    <dgm:pt modelId="{98358EDD-59AA-45BD-8811-77520252B4F2}" type="pres">
      <dgm:prSet presAssocID="{89581B8F-1312-4E7E-8FFA-D0DFFFDD1D10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3A6B35D-AAE7-42B2-8A8C-99AAB6038C35}" type="pres">
      <dgm:prSet presAssocID="{89581B8F-1312-4E7E-8FFA-D0DFFFDD1D1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D89838D5-1AB9-4A0B-BDFA-2436AE84CDA6}" type="pres">
      <dgm:prSet presAssocID="{89581B8F-1312-4E7E-8FFA-D0DFFFDD1D10}" presName="spaceRect" presStyleCnt="0"/>
      <dgm:spPr/>
    </dgm:pt>
    <dgm:pt modelId="{6D37A56E-E765-486C-94FA-B5D8C66A4299}" type="pres">
      <dgm:prSet presAssocID="{89581B8F-1312-4E7E-8FFA-D0DFFFDD1D10}" presName="textRect" presStyleLbl="revTx" presStyleIdx="0" presStyleCnt="4">
        <dgm:presLayoutVars>
          <dgm:chMax val="1"/>
          <dgm:chPref val="1"/>
        </dgm:presLayoutVars>
      </dgm:prSet>
      <dgm:spPr/>
    </dgm:pt>
    <dgm:pt modelId="{7448B1F6-DD11-4F01-A11C-BF6727BBD662}" type="pres">
      <dgm:prSet presAssocID="{15E92317-054B-4CE4-8C4A-09309C5749F0}" presName="sibTrans" presStyleCnt="0"/>
      <dgm:spPr/>
    </dgm:pt>
    <dgm:pt modelId="{6B839E86-3D9F-4BEC-A1D3-4E1D1313DE01}" type="pres">
      <dgm:prSet presAssocID="{734E5C0F-F4F8-4C25-ABEF-FF4D294DD638}" presName="compNode" presStyleCnt="0"/>
      <dgm:spPr/>
    </dgm:pt>
    <dgm:pt modelId="{481C012C-F604-4A8A-97B8-9910AA284D66}" type="pres">
      <dgm:prSet presAssocID="{734E5C0F-F4F8-4C25-ABEF-FF4D294DD63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B6AA0D6-023B-4430-8EF9-D691F971891E}" type="pres">
      <dgm:prSet presAssocID="{734E5C0F-F4F8-4C25-ABEF-FF4D294DD63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D9AE9D0-11A4-4A43-9B96-878B38433A24}" type="pres">
      <dgm:prSet presAssocID="{734E5C0F-F4F8-4C25-ABEF-FF4D294DD638}" presName="spaceRect" presStyleCnt="0"/>
      <dgm:spPr/>
    </dgm:pt>
    <dgm:pt modelId="{50BFD465-CEEC-4B65-A485-BA678DEF91D7}" type="pres">
      <dgm:prSet presAssocID="{734E5C0F-F4F8-4C25-ABEF-FF4D294DD638}" presName="textRect" presStyleLbl="revTx" presStyleIdx="1" presStyleCnt="4">
        <dgm:presLayoutVars>
          <dgm:chMax val="1"/>
          <dgm:chPref val="1"/>
        </dgm:presLayoutVars>
      </dgm:prSet>
      <dgm:spPr/>
    </dgm:pt>
    <dgm:pt modelId="{17CE753E-27B7-43B2-A2F3-75243502CBC8}" type="pres">
      <dgm:prSet presAssocID="{B2365720-2DF2-425A-BA83-CF2DB7EA07C2}" presName="sibTrans" presStyleCnt="0"/>
      <dgm:spPr/>
    </dgm:pt>
    <dgm:pt modelId="{DDEDFFD1-1565-4CEA-94D8-7CB81648FBB6}" type="pres">
      <dgm:prSet presAssocID="{1A3C4CBC-6CFC-4C56-A2DA-34BB9CA2B9AE}" presName="compNode" presStyleCnt="0"/>
      <dgm:spPr/>
    </dgm:pt>
    <dgm:pt modelId="{007AB4F4-7BBA-4D53-8D8D-D7DA285F90E0}" type="pres">
      <dgm:prSet presAssocID="{1A3C4CBC-6CFC-4C56-A2DA-34BB9CA2B9AE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3D16289-B6C1-4A8B-BB00-F2D38642FAB0}" type="pres">
      <dgm:prSet presAssocID="{1A3C4CBC-6CFC-4C56-A2DA-34BB9CA2B9A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C22DC40-9D60-499E-B54F-17835E214523}" type="pres">
      <dgm:prSet presAssocID="{1A3C4CBC-6CFC-4C56-A2DA-34BB9CA2B9AE}" presName="spaceRect" presStyleCnt="0"/>
      <dgm:spPr/>
    </dgm:pt>
    <dgm:pt modelId="{D3EC8E88-CE62-4395-A6A1-2FFEAABE8887}" type="pres">
      <dgm:prSet presAssocID="{1A3C4CBC-6CFC-4C56-A2DA-34BB9CA2B9AE}" presName="textRect" presStyleLbl="revTx" presStyleIdx="2" presStyleCnt="4">
        <dgm:presLayoutVars>
          <dgm:chMax val="1"/>
          <dgm:chPref val="1"/>
        </dgm:presLayoutVars>
      </dgm:prSet>
      <dgm:spPr/>
    </dgm:pt>
    <dgm:pt modelId="{F1DA67D2-3C46-4F90-A349-263E7FEB8BDC}" type="pres">
      <dgm:prSet presAssocID="{C3AE4A5B-29CB-4C8B-A550-0D2DFAE5F110}" presName="sibTrans" presStyleCnt="0"/>
      <dgm:spPr/>
    </dgm:pt>
    <dgm:pt modelId="{88B112D9-5457-47C5-AF42-EB4A5933F4AD}" type="pres">
      <dgm:prSet presAssocID="{9B331BB7-B49C-4B02-B9DA-CCDB721223EE}" presName="compNode" presStyleCnt="0"/>
      <dgm:spPr/>
    </dgm:pt>
    <dgm:pt modelId="{34EEBBEE-F1EA-4551-BE22-B6511C5781B7}" type="pres">
      <dgm:prSet presAssocID="{9B331BB7-B49C-4B02-B9DA-CCDB721223EE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38F1D06-B24B-4E3E-B4C3-6C7B800701A2}" type="pres">
      <dgm:prSet presAssocID="{9B331BB7-B49C-4B02-B9DA-CCDB721223E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6BA21EB-A9AD-47F9-955D-3D67E4ABB9B3}" type="pres">
      <dgm:prSet presAssocID="{9B331BB7-B49C-4B02-B9DA-CCDB721223EE}" presName="spaceRect" presStyleCnt="0"/>
      <dgm:spPr/>
    </dgm:pt>
    <dgm:pt modelId="{39F3B35B-C195-4FF6-911C-B822378C4009}" type="pres">
      <dgm:prSet presAssocID="{9B331BB7-B49C-4B02-B9DA-CCDB721223E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B8D752C-D6B1-400D-AA44-2348293507D3}" type="presOf" srcId="{734E5C0F-F4F8-4C25-ABEF-FF4D294DD638}" destId="{50BFD465-CEEC-4B65-A485-BA678DEF91D7}" srcOrd="0" destOrd="0" presId="urn:microsoft.com/office/officeart/2018/5/layout/IconLeafLabelList"/>
    <dgm:cxn modelId="{8DD43C61-34A9-439A-BC7C-C7A5214C35A7}" srcId="{AC0D00A7-A9C5-4ABB-83B2-58CA6D601B84}" destId="{9B331BB7-B49C-4B02-B9DA-CCDB721223EE}" srcOrd="3" destOrd="0" parTransId="{0B915221-284D-4F41-8E0B-CFABDB8876BC}" sibTransId="{137D180C-FADA-4004-9F3D-35810AC218D8}"/>
    <dgm:cxn modelId="{A5C7E64A-6522-4009-A64D-C924F3FF9F83}" srcId="{AC0D00A7-A9C5-4ABB-83B2-58CA6D601B84}" destId="{734E5C0F-F4F8-4C25-ABEF-FF4D294DD638}" srcOrd="1" destOrd="0" parTransId="{7E67C798-70A0-412B-A023-10C8CC26E8CC}" sibTransId="{B2365720-2DF2-425A-BA83-CF2DB7EA07C2}"/>
    <dgm:cxn modelId="{D38A8E70-A2ED-4810-8F19-FBCEF85DFBCC}" type="presOf" srcId="{9B331BB7-B49C-4B02-B9DA-CCDB721223EE}" destId="{39F3B35B-C195-4FF6-911C-B822378C4009}" srcOrd="0" destOrd="0" presId="urn:microsoft.com/office/officeart/2018/5/layout/IconLeafLabelList"/>
    <dgm:cxn modelId="{7327C471-EF3A-45D6-BC63-A4FEC51259D0}" type="presOf" srcId="{1A3C4CBC-6CFC-4C56-A2DA-34BB9CA2B9AE}" destId="{D3EC8E88-CE62-4395-A6A1-2FFEAABE8887}" srcOrd="0" destOrd="0" presId="urn:microsoft.com/office/officeart/2018/5/layout/IconLeafLabelList"/>
    <dgm:cxn modelId="{D33446A0-A0F4-48E0-8C38-9FA7EC852D7C}" type="presOf" srcId="{89581B8F-1312-4E7E-8FFA-D0DFFFDD1D10}" destId="{6D37A56E-E765-486C-94FA-B5D8C66A4299}" srcOrd="0" destOrd="0" presId="urn:microsoft.com/office/officeart/2018/5/layout/IconLeafLabelList"/>
    <dgm:cxn modelId="{FBD3FCC4-7768-4806-8D0B-299EC2B05825}" srcId="{AC0D00A7-A9C5-4ABB-83B2-58CA6D601B84}" destId="{1A3C4CBC-6CFC-4C56-A2DA-34BB9CA2B9AE}" srcOrd="2" destOrd="0" parTransId="{863E5764-3267-4374-B5E0-EE62364AF6EE}" sibTransId="{C3AE4A5B-29CB-4C8B-A550-0D2DFAE5F110}"/>
    <dgm:cxn modelId="{D4825AF2-79EA-4BB0-A5E3-44446AFF38F4}" type="presOf" srcId="{AC0D00A7-A9C5-4ABB-83B2-58CA6D601B84}" destId="{6AD4352F-CDE4-4361-BC40-EBC01D7FB688}" srcOrd="0" destOrd="0" presId="urn:microsoft.com/office/officeart/2018/5/layout/IconLeafLabelList"/>
    <dgm:cxn modelId="{8CF5F3F4-264D-45A1-8C1F-5616A6B4D9B9}" srcId="{AC0D00A7-A9C5-4ABB-83B2-58CA6D601B84}" destId="{89581B8F-1312-4E7E-8FFA-D0DFFFDD1D10}" srcOrd="0" destOrd="0" parTransId="{D9AA21BB-C22A-4E6E-85C9-F24664CE8E35}" sibTransId="{15E92317-054B-4CE4-8C4A-09309C5749F0}"/>
    <dgm:cxn modelId="{08FF6ACB-DACF-4779-BED4-22FF7586828F}" type="presParOf" srcId="{6AD4352F-CDE4-4361-BC40-EBC01D7FB688}" destId="{78296B4D-430E-4AD6-857E-E7CA3D433C21}" srcOrd="0" destOrd="0" presId="urn:microsoft.com/office/officeart/2018/5/layout/IconLeafLabelList"/>
    <dgm:cxn modelId="{BD370455-5CC3-43A9-B0E4-48FD71B0B853}" type="presParOf" srcId="{78296B4D-430E-4AD6-857E-E7CA3D433C21}" destId="{98358EDD-59AA-45BD-8811-77520252B4F2}" srcOrd="0" destOrd="0" presId="urn:microsoft.com/office/officeart/2018/5/layout/IconLeafLabelList"/>
    <dgm:cxn modelId="{C254C6C5-191D-473B-BB04-06FA4D345FB8}" type="presParOf" srcId="{78296B4D-430E-4AD6-857E-E7CA3D433C21}" destId="{43A6B35D-AAE7-42B2-8A8C-99AAB6038C35}" srcOrd="1" destOrd="0" presId="urn:microsoft.com/office/officeart/2018/5/layout/IconLeafLabelList"/>
    <dgm:cxn modelId="{3C9611D1-05F0-4F64-A5A7-BC67822F6341}" type="presParOf" srcId="{78296B4D-430E-4AD6-857E-E7CA3D433C21}" destId="{D89838D5-1AB9-4A0B-BDFA-2436AE84CDA6}" srcOrd="2" destOrd="0" presId="urn:microsoft.com/office/officeart/2018/5/layout/IconLeafLabelList"/>
    <dgm:cxn modelId="{31F91FC5-DFDC-429B-A939-74631338B86C}" type="presParOf" srcId="{78296B4D-430E-4AD6-857E-E7CA3D433C21}" destId="{6D37A56E-E765-486C-94FA-B5D8C66A4299}" srcOrd="3" destOrd="0" presId="urn:microsoft.com/office/officeart/2018/5/layout/IconLeafLabelList"/>
    <dgm:cxn modelId="{8DA3E0A5-B8F0-43FF-A1CA-013BE564F06B}" type="presParOf" srcId="{6AD4352F-CDE4-4361-BC40-EBC01D7FB688}" destId="{7448B1F6-DD11-4F01-A11C-BF6727BBD662}" srcOrd="1" destOrd="0" presId="urn:microsoft.com/office/officeart/2018/5/layout/IconLeafLabelList"/>
    <dgm:cxn modelId="{74988711-6678-48C1-BA88-994183019560}" type="presParOf" srcId="{6AD4352F-CDE4-4361-BC40-EBC01D7FB688}" destId="{6B839E86-3D9F-4BEC-A1D3-4E1D1313DE01}" srcOrd="2" destOrd="0" presId="urn:microsoft.com/office/officeart/2018/5/layout/IconLeafLabelList"/>
    <dgm:cxn modelId="{0CB7BFDE-356C-403F-88D3-6A756DCE56A0}" type="presParOf" srcId="{6B839E86-3D9F-4BEC-A1D3-4E1D1313DE01}" destId="{481C012C-F604-4A8A-97B8-9910AA284D66}" srcOrd="0" destOrd="0" presId="urn:microsoft.com/office/officeart/2018/5/layout/IconLeafLabelList"/>
    <dgm:cxn modelId="{73960C3B-AF37-4B23-BA50-F76C1AA6D0B4}" type="presParOf" srcId="{6B839E86-3D9F-4BEC-A1D3-4E1D1313DE01}" destId="{2B6AA0D6-023B-4430-8EF9-D691F971891E}" srcOrd="1" destOrd="0" presId="urn:microsoft.com/office/officeart/2018/5/layout/IconLeafLabelList"/>
    <dgm:cxn modelId="{03275D39-C17E-4BD3-A8D4-246409C32B36}" type="presParOf" srcId="{6B839E86-3D9F-4BEC-A1D3-4E1D1313DE01}" destId="{7D9AE9D0-11A4-4A43-9B96-878B38433A24}" srcOrd="2" destOrd="0" presId="urn:microsoft.com/office/officeart/2018/5/layout/IconLeafLabelList"/>
    <dgm:cxn modelId="{ACA37BAE-685E-4C4F-8236-C3D756FEFB0D}" type="presParOf" srcId="{6B839E86-3D9F-4BEC-A1D3-4E1D1313DE01}" destId="{50BFD465-CEEC-4B65-A485-BA678DEF91D7}" srcOrd="3" destOrd="0" presId="urn:microsoft.com/office/officeart/2018/5/layout/IconLeafLabelList"/>
    <dgm:cxn modelId="{998C5625-752D-47C1-B899-9755B1B94ACA}" type="presParOf" srcId="{6AD4352F-CDE4-4361-BC40-EBC01D7FB688}" destId="{17CE753E-27B7-43B2-A2F3-75243502CBC8}" srcOrd="3" destOrd="0" presId="urn:microsoft.com/office/officeart/2018/5/layout/IconLeafLabelList"/>
    <dgm:cxn modelId="{C2176541-EA21-465D-9946-5284EB54A19B}" type="presParOf" srcId="{6AD4352F-CDE4-4361-BC40-EBC01D7FB688}" destId="{DDEDFFD1-1565-4CEA-94D8-7CB81648FBB6}" srcOrd="4" destOrd="0" presId="urn:microsoft.com/office/officeart/2018/5/layout/IconLeafLabelList"/>
    <dgm:cxn modelId="{C5CAA3C8-F17E-4B04-8ECE-FC2FDBAA4559}" type="presParOf" srcId="{DDEDFFD1-1565-4CEA-94D8-7CB81648FBB6}" destId="{007AB4F4-7BBA-4D53-8D8D-D7DA285F90E0}" srcOrd="0" destOrd="0" presId="urn:microsoft.com/office/officeart/2018/5/layout/IconLeafLabelList"/>
    <dgm:cxn modelId="{2162CB44-898F-4918-AE64-788C48B19B85}" type="presParOf" srcId="{DDEDFFD1-1565-4CEA-94D8-7CB81648FBB6}" destId="{B3D16289-B6C1-4A8B-BB00-F2D38642FAB0}" srcOrd="1" destOrd="0" presId="urn:microsoft.com/office/officeart/2018/5/layout/IconLeafLabelList"/>
    <dgm:cxn modelId="{560BBF04-26CD-435E-9E16-F5E27DA2BCBA}" type="presParOf" srcId="{DDEDFFD1-1565-4CEA-94D8-7CB81648FBB6}" destId="{7C22DC40-9D60-499E-B54F-17835E214523}" srcOrd="2" destOrd="0" presId="urn:microsoft.com/office/officeart/2018/5/layout/IconLeafLabelList"/>
    <dgm:cxn modelId="{FFA0316C-F961-40E5-B8AF-F72A2D993531}" type="presParOf" srcId="{DDEDFFD1-1565-4CEA-94D8-7CB81648FBB6}" destId="{D3EC8E88-CE62-4395-A6A1-2FFEAABE8887}" srcOrd="3" destOrd="0" presId="urn:microsoft.com/office/officeart/2018/5/layout/IconLeafLabelList"/>
    <dgm:cxn modelId="{83E67051-66FD-47F4-A399-BC9AAA12E0BD}" type="presParOf" srcId="{6AD4352F-CDE4-4361-BC40-EBC01D7FB688}" destId="{F1DA67D2-3C46-4F90-A349-263E7FEB8BDC}" srcOrd="5" destOrd="0" presId="urn:microsoft.com/office/officeart/2018/5/layout/IconLeafLabelList"/>
    <dgm:cxn modelId="{3E4F1103-D605-48BB-ADD8-5860AF734F35}" type="presParOf" srcId="{6AD4352F-CDE4-4361-BC40-EBC01D7FB688}" destId="{88B112D9-5457-47C5-AF42-EB4A5933F4AD}" srcOrd="6" destOrd="0" presId="urn:microsoft.com/office/officeart/2018/5/layout/IconLeafLabelList"/>
    <dgm:cxn modelId="{B385827D-D1D7-4A3D-B1EC-F9A00DA973B4}" type="presParOf" srcId="{88B112D9-5457-47C5-AF42-EB4A5933F4AD}" destId="{34EEBBEE-F1EA-4551-BE22-B6511C5781B7}" srcOrd="0" destOrd="0" presId="urn:microsoft.com/office/officeart/2018/5/layout/IconLeafLabelList"/>
    <dgm:cxn modelId="{3F934C63-4DC4-4D98-8920-9D03B38E5956}" type="presParOf" srcId="{88B112D9-5457-47C5-AF42-EB4A5933F4AD}" destId="{D38F1D06-B24B-4E3E-B4C3-6C7B800701A2}" srcOrd="1" destOrd="0" presId="urn:microsoft.com/office/officeart/2018/5/layout/IconLeafLabelList"/>
    <dgm:cxn modelId="{10F02070-540C-4FD7-A561-CF10E1D9DFD3}" type="presParOf" srcId="{88B112D9-5457-47C5-AF42-EB4A5933F4AD}" destId="{F6BA21EB-A9AD-47F9-955D-3D67E4ABB9B3}" srcOrd="2" destOrd="0" presId="urn:microsoft.com/office/officeart/2018/5/layout/IconLeafLabelList"/>
    <dgm:cxn modelId="{FF00CD06-C1DC-4A21-B664-FDD727E0EC01}" type="presParOf" srcId="{88B112D9-5457-47C5-AF42-EB4A5933F4AD}" destId="{39F3B35B-C195-4FF6-911C-B822378C400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3BFA06B-1616-444E-A828-D3F297B2176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50BC874-E1DE-40E7-B7CD-E3AB43ACB6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Kettlebell bridges gyms, trainers &amp; members with smart tools:</a:t>
          </a:r>
        </a:p>
      </dgm:t>
    </dgm:pt>
    <dgm:pt modelId="{838453D2-F89F-4FF4-80D6-EA75B32AF8FD}" type="parTrans" cxnId="{B84CF222-5F58-4776-A2B4-7AC0611E14E4}">
      <dgm:prSet/>
      <dgm:spPr/>
      <dgm:t>
        <a:bodyPr/>
        <a:lstStyle/>
        <a:p>
          <a:endParaRPr lang="en-US"/>
        </a:p>
      </dgm:t>
    </dgm:pt>
    <dgm:pt modelId="{F3145D66-F5BC-4BEC-B867-CFFF079B87DE}" type="sibTrans" cxnId="{B84CF222-5F58-4776-A2B4-7AC0611E14E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E0EF9C0-50EE-4874-868D-AFF2F75986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Personalized plans</a:t>
          </a:r>
        </a:p>
      </dgm:t>
    </dgm:pt>
    <dgm:pt modelId="{851821A6-A8BF-4371-A914-5D4D83C2AB6F}" type="parTrans" cxnId="{D2C94067-BA96-4799-BFEF-F37F2DCE8FA8}">
      <dgm:prSet/>
      <dgm:spPr/>
      <dgm:t>
        <a:bodyPr/>
        <a:lstStyle/>
        <a:p>
          <a:endParaRPr lang="en-US"/>
        </a:p>
      </dgm:t>
    </dgm:pt>
    <dgm:pt modelId="{13186A41-2582-4E07-AF19-E7AF4F25B6AD}" type="sibTrans" cxnId="{D2C94067-BA96-4799-BFEF-F37F2DCE8FA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DB51237-1E27-476A-B4E4-BE84CFD0F4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Trainer feedback via video</a:t>
          </a:r>
        </a:p>
      </dgm:t>
    </dgm:pt>
    <dgm:pt modelId="{211A5C8D-2627-4682-BB82-7344FC40467B}" type="parTrans" cxnId="{7B8FC69F-9F9D-49DB-8451-F16B11088772}">
      <dgm:prSet/>
      <dgm:spPr/>
      <dgm:t>
        <a:bodyPr/>
        <a:lstStyle/>
        <a:p>
          <a:endParaRPr lang="en-US"/>
        </a:p>
      </dgm:t>
    </dgm:pt>
    <dgm:pt modelId="{E02D4D03-291B-4DF9-9246-E885A862DA28}" type="sibTrans" cxnId="{7B8FC69F-9F9D-49DB-8451-F16B1108877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21D7D3B-ED7D-48D0-A7DC-CEC7365B24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Centralized data &amp; reports</a:t>
          </a:r>
        </a:p>
      </dgm:t>
    </dgm:pt>
    <dgm:pt modelId="{46917D06-D943-4067-9019-B8B2014E3F68}" type="parTrans" cxnId="{65F13DAA-6222-4413-A634-2FDB20E10ECF}">
      <dgm:prSet/>
      <dgm:spPr/>
      <dgm:t>
        <a:bodyPr/>
        <a:lstStyle/>
        <a:p>
          <a:endParaRPr lang="en-US"/>
        </a:p>
      </dgm:t>
    </dgm:pt>
    <dgm:pt modelId="{F2538EB4-2EE1-457A-8D3D-0DCBD51F9859}" type="sibTrans" cxnId="{65F13DAA-6222-4413-A634-2FDB20E10EC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F56992D-8748-4A18-9272-11AD713C00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Transparent performance tracking</a:t>
          </a:r>
        </a:p>
      </dgm:t>
    </dgm:pt>
    <dgm:pt modelId="{21A219CA-3DA5-419C-A874-5B840DA1F2AE}" type="parTrans" cxnId="{97BB81BF-C04D-4C90-BA2D-8A0FF68F5437}">
      <dgm:prSet/>
      <dgm:spPr/>
      <dgm:t>
        <a:bodyPr/>
        <a:lstStyle/>
        <a:p>
          <a:endParaRPr lang="en-US"/>
        </a:p>
      </dgm:t>
    </dgm:pt>
    <dgm:pt modelId="{AA57AE67-D032-40DF-A771-ABA087833CD3}" type="sibTrans" cxnId="{97BB81BF-C04D-4C90-BA2D-8A0FF68F5437}">
      <dgm:prSet/>
      <dgm:spPr/>
      <dgm:t>
        <a:bodyPr/>
        <a:lstStyle/>
        <a:p>
          <a:endParaRPr lang="en-US"/>
        </a:p>
      </dgm:t>
    </dgm:pt>
    <dgm:pt modelId="{6E4DFD7E-20A7-4E12-9077-CCAC5F860FC1}" type="pres">
      <dgm:prSet presAssocID="{A3BFA06B-1616-444E-A828-D3F297B21762}" presName="root" presStyleCnt="0">
        <dgm:presLayoutVars>
          <dgm:dir/>
          <dgm:resizeHandles val="exact"/>
        </dgm:presLayoutVars>
      </dgm:prSet>
      <dgm:spPr/>
    </dgm:pt>
    <dgm:pt modelId="{352D0C73-01FA-4BC5-AC05-9DC296851E4B}" type="pres">
      <dgm:prSet presAssocID="{A3BFA06B-1616-444E-A828-D3F297B21762}" presName="container" presStyleCnt="0">
        <dgm:presLayoutVars>
          <dgm:dir/>
          <dgm:resizeHandles val="exact"/>
        </dgm:presLayoutVars>
      </dgm:prSet>
      <dgm:spPr/>
    </dgm:pt>
    <dgm:pt modelId="{6264334C-2277-4EB4-9D87-7A7D3171B849}" type="pres">
      <dgm:prSet presAssocID="{C50BC874-E1DE-40E7-B7CD-E3AB43ACB6DE}" presName="compNode" presStyleCnt="0"/>
      <dgm:spPr/>
    </dgm:pt>
    <dgm:pt modelId="{9E1B0874-B140-4447-853E-DE3B1E54B8A3}" type="pres">
      <dgm:prSet presAssocID="{C50BC874-E1DE-40E7-B7CD-E3AB43ACB6DE}" presName="iconBgRect" presStyleLbl="bgShp" presStyleIdx="0" presStyleCnt="5"/>
      <dgm:spPr/>
    </dgm:pt>
    <dgm:pt modelId="{EE981C74-E3B8-4AEC-80F9-B80054793D30}" type="pres">
      <dgm:prSet presAssocID="{C50BC874-E1DE-40E7-B7CD-E3AB43ACB6D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E5357354-42CB-4D31-BA9A-E4BD81FB49A8}" type="pres">
      <dgm:prSet presAssocID="{C50BC874-E1DE-40E7-B7CD-E3AB43ACB6DE}" presName="spaceRect" presStyleCnt="0"/>
      <dgm:spPr/>
    </dgm:pt>
    <dgm:pt modelId="{625BFB2A-463E-4EDD-90D7-88C2B0FDDFD2}" type="pres">
      <dgm:prSet presAssocID="{C50BC874-E1DE-40E7-B7CD-E3AB43ACB6DE}" presName="textRect" presStyleLbl="revTx" presStyleIdx="0" presStyleCnt="5">
        <dgm:presLayoutVars>
          <dgm:chMax val="1"/>
          <dgm:chPref val="1"/>
        </dgm:presLayoutVars>
      </dgm:prSet>
      <dgm:spPr/>
    </dgm:pt>
    <dgm:pt modelId="{4C2FF160-DFE4-4ED0-AB42-D31C6DB71EEF}" type="pres">
      <dgm:prSet presAssocID="{F3145D66-F5BC-4BEC-B867-CFFF079B87DE}" presName="sibTrans" presStyleLbl="sibTrans2D1" presStyleIdx="0" presStyleCnt="0"/>
      <dgm:spPr/>
    </dgm:pt>
    <dgm:pt modelId="{8C79A173-6F86-4A08-A1B7-DAA0BACBB3BF}" type="pres">
      <dgm:prSet presAssocID="{8E0EF9C0-50EE-4874-868D-AFF2F759864F}" presName="compNode" presStyleCnt="0"/>
      <dgm:spPr/>
    </dgm:pt>
    <dgm:pt modelId="{91560E21-DED6-4BC6-BC8B-B61514E1D064}" type="pres">
      <dgm:prSet presAssocID="{8E0EF9C0-50EE-4874-868D-AFF2F759864F}" presName="iconBgRect" presStyleLbl="bgShp" presStyleIdx="1" presStyleCnt="5"/>
      <dgm:spPr/>
    </dgm:pt>
    <dgm:pt modelId="{45006177-E5C5-4FFF-A733-27BD5DDF1960}" type="pres">
      <dgm:prSet presAssocID="{8E0EF9C0-50EE-4874-868D-AFF2F759864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C7FA3B09-5B9A-4B83-B467-C3B86834C130}" type="pres">
      <dgm:prSet presAssocID="{8E0EF9C0-50EE-4874-868D-AFF2F759864F}" presName="spaceRect" presStyleCnt="0"/>
      <dgm:spPr/>
    </dgm:pt>
    <dgm:pt modelId="{283C805F-1785-48AC-B55A-55727242492F}" type="pres">
      <dgm:prSet presAssocID="{8E0EF9C0-50EE-4874-868D-AFF2F759864F}" presName="textRect" presStyleLbl="revTx" presStyleIdx="1" presStyleCnt="5">
        <dgm:presLayoutVars>
          <dgm:chMax val="1"/>
          <dgm:chPref val="1"/>
        </dgm:presLayoutVars>
      </dgm:prSet>
      <dgm:spPr/>
    </dgm:pt>
    <dgm:pt modelId="{10EE0B1A-E8E6-437E-8013-C9597CFCFE07}" type="pres">
      <dgm:prSet presAssocID="{13186A41-2582-4E07-AF19-E7AF4F25B6AD}" presName="sibTrans" presStyleLbl="sibTrans2D1" presStyleIdx="0" presStyleCnt="0"/>
      <dgm:spPr/>
    </dgm:pt>
    <dgm:pt modelId="{9F021F08-2C0F-4E7D-98CC-299EAF9CC58C}" type="pres">
      <dgm:prSet presAssocID="{8DB51237-1E27-476A-B4E4-BE84CFD0F4F2}" presName="compNode" presStyleCnt="0"/>
      <dgm:spPr/>
    </dgm:pt>
    <dgm:pt modelId="{00830886-EE7B-4588-91AC-5BED242A30F7}" type="pres">
      <dgm:prSet presAssocID="{8DB51237-1E27-476A-B4E4-BE84CFD0F4F2}" presName="iconBgRect" presStyleLbl="bgShp" presStyleIdx="2" presStyleCnt="5"/>
      <dgm:spPr/>
    </dgm:pt>
    <dgm:pt modelId="{1009CEC5-5232-4C6A-98EE-87B7B3C898C2}" type="pres">
      <dgm:prSet presAssocID="{8DB51237-1E27-476A-B4E4-BE84CFD0F4F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6F98997F-901A-4DD5-9AB3-CFD70904A068}" type="pres">
      <dgm:prSet presAssocID="{8DB51237-1E27-476A-B4E4-BE84CFD0F4F2}" presName="spaceRect" presStyleCnt="0"/>
      <dgm:spPr/>
    </dgm:pt>
    <dgm:pt modelId="{B8CAD08B-8CD3-421F-8221-243F2C355BF0}" type="pres">
      <dgm:prSet presAssocID="{8DB51237-1E27-476A-B4E4-BE84CFD0F4F2}" presName="textRect" presStyleLbl="revTx" presStyleIdx="2" presStyleCnt="5">
        <dgm:presLayoutVars>
          <dgm:chMax val="1"/>
          <dgm:chPref val="1"/>
        </dgm:presLayoutVars>
      </dgm:prSet>
      <dgm:spPr/>
    </dgm:pt>
    <dgm:pt modelId="{5D64E7E8-0E1B-42E8-8ECA-8786ED0C32BF}" type="pres">
      <dgm:prSet presAssocID="{E02D4D03-291B-4DF9-9246-E885A862DA28}" presName="sibTrans" presStyleLbl="sibTrans2D1" presStyleIdx="0" presStyleCnt="0"/>
      <dgm:spPr/>
    </dgm:pt>
    <dgm:pt modelId="{8C985607-7B25-4145-9285-805463EC203D}" type="pres">
      <dgm:prSet presAssocID="{B21D7D3B-ED7D-48D0-A7DC-CEC7365B246B}" presName="compNode" presStyleCnt="0"/>
      <dgm:spPr/>
    </dgm:pt>
    <dgm:pt modelId="{1C67A049-0E70-4EC1-BA88-4980B03E8546}" type="pres">
      <dgm:prSet presAssocID="{B21D7D3B-ED7D-48D0-A7DC-CEC7365B246B}" presName="iconBgRect" presStyleLbl="bgShp" presStyleIdx="3" presStyleCnt="5"/>
      <dgm:spPr/>
    </dgm:pt>
    <dgm:pt modelId="{76172AB6-D61B-4921-9EBC-BCD9879EE7B9}" type="pres">
      <dgm:prSet presAssocID="{B21D7D3B-ED7D-48D0-A7DC-CEC7365B246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CC6F06D-5370-4ECF-BD0C-EBDE0E3F0159}" type="pres">
      <dgm:prSet presAssocID="{B21D7D3B-ED7D-48D0-A7DC-CEC7365B246B}" presName="spaceRect" presStyleCnt="0"/>
      <dgm:spPr/>
    </dgm:pt>
    <dgm:pt modelId="{96DD8DFF-7D93-4666-AD21-37EE6907F038}" type="pres">
      <dgm:prSet presAssocID="{B21D7D3B-ED7D-48D0-A7DC-CEC7365B246B}" presName="textRect" presStyleLbl="revTx" presStyleIdx="3" presStyleCnt="5">
        <dgm:presLayoutVars>
          <dgm:chMax val="1"/>
          <dgm:chPref val="1"/>
        </dgm:presLayoutVars>
      </dgm:prSet>
      <dgm:spPr/>
    </dgm:pt>
    <dgm:pt modelId="{F11B0BD0-4C07-4333-BB9E-182EE29A6545}" type="pres">
      <dgm:prSet presAssocID="{F2538EB4-2EE1-457A-8D3D-0DCBD51F9859}" presName="sibTrans" presStyleLbl="sibTrans2D1" presStyleIdx="0" presStyleCnt="0"/>
      <dgm:spPr/>
    </dgm:pt>
    <dgm:pt modelId="{B22D39CC-74B6-47CC-9E62-F0D411435ACA}" type="pres">
      <dgm:prSet presAssocID="{5F56992D-8748-4A18-9272-11AD713C0003}" presName="compNode" presStyleCnt="0"/>
      <dgm:spPr/>
    </dgm:pt>
    <dgm:pt modelId="{0E3649A1-EC5E-4B61-8C51-0427AE569E6E}" type="pres">
      <dgm:prSet presAssocID="{5F56992D-8748-4A18-9272-11AD713C0003}" presName="iconBgRect" presStyleLbl="bgShp" presStyleIdx="4" presStyleCnt="5"/>
      <dgm:spPr/>
    </dgm:pt>
    <dgm:pt modelId="{FDFA7C31-0D65-429C-979C-197A10985F99}" type="pres">
      <dgm:prSet presAssocID="{5F56992D-8748-4A18-9272-11AD713C000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D8BE2E3-C983-4BC3-B7C9-B358A60DE7FA}" type="pres">
      <dgm:prSet presAssocID="{5F56992D-8748-4A18-9272-11AD713C0003}" presName="spaceRect" presStyleCnt="0"/>
      <dgm:spPr/>
    </dgm:pt>
    <dgm:pt modelId="{B7844B89-23CD-4F22-83BD-D11B68B7DAC8}" type="pres">
      <dgm:prSet presAssocID="{5F56992D-8748-4A18-9272-11AD713C000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E873C11-9FF9-4364-838A-3DD4252BFAAE}" type="presOf" srcId="{13186A41-2582-4E07-AF19-E7AF4F25B6AD}" destId="{10EE0B1A-E8E6-437E-8013-C9597CFCFE07}" srcOrd="0" destOrd="0" presId="urn:microsoft.com/office/officeart/2018/2/layout/IconCircleList"/>
    <dgm:cxn modelId="{B84CF222-5F58-4776-A2B4-7AC0611E14E4}" srcId="{A3BFA06B-1616-444E-A828-D3F297B21762}" destId="{C50BC874-E1DE-40E7-B7CD-E3AB43ACB6DE}" srcOrd="0" destOrd="0" parTransId="{838453D2-F89F-4FF4-80D6-EA75B32AF8FD}" sibTransId="{F3145D66-F5BC-4BEC-B867-CFFF079B87DE}"/>
    <dgm:cxn modelId="{9825B125-0D5C-4DB6-A303-BD3546BAA9D8}" type="presOf" srcId="{5F56992D-8748-4A18-9272-11AD713C0003}" destId="{B7844B89-23CD-4F22-83BD-D11B68B7DAC8}" srcOrd="0" destOrd="0" presId="urn:microsoft.com/office/officeart/2018/2/layout/IconCircleList"/>
    <dgm:cxn modelId="{4B3DC72D-50A0-459E-956F-B8F9FF931A6F}" type="presOf" srcId="{F2538EB4-2EE1-457A-8D3D-0DCBD51F9859}" destId="{F11B0BD0-4C07-4333-BB9E-182EE29A6545}" srcOrd="0" destOrd="0" presId="urn:microsoft.com/office/officeart/2018/2/layout/IconCircleList"/>
    <dgm:cxn modelId="{81A3293F-9C2B-4E6D-8C86-5AB37B118BB8}" type="presOf" srcId="{E02D4D03-291B-4DF9-9246-E885A862DA28}" destId="{5D64E7E8-0E1B-42E8-8ECA-8786ED0C32BF}" srcOrd="0" destOrd="0" presId="urn:microsoft.com/office/officeart/2018/2/layout/IconCircleList"/>
    <dgm:cxn modelId="{D2C94067-BA96-4799-BFEF-F37F2DCE8FA8}" srcId="{A3BFA06B-1616-444E-A828-D3F297B21762}" destId="{8E0EF9C0-50EE-4874-868D-AFF2F759864F}" srcOrd="1" destOrd="0" parTransId="{851821A6-A8BF-4371-A914-5D4D83C2AB6F}" sibTransId="{13186A41-2582-4E07-AF19-E7AF4F25B6AD}"/>
    <dgm:cxn modelId="{6A10538F-D14D-4AC0-9D22-3C367434DCB3}" type="presOf" srcId="{A3BFA06B-1616-444E-A828-D3F297B21762}" destId="{6E4DFD7E-20A7-4E12-9077-CCAC5F860FC1}" srcOrd="0" destOrd="0" presId="urn:microsoft.com/office/officeart/2018/2/layout/IconCircleList"/>
    <dgm:cxn modelId="{AF84B594-2F45-4E47-8392-A00039EEBA8A}" type="presOf" srcId="{B21D7D3B-ED7D-48D0-A7DC-CEC7365B246B}" destId="{96DD8DFF-7D93-4666-AD21-37EE6907F038}" srcOrd="0" destOrd="0" presId="urn:microsoft.com/office/officeart/2018/2/layout/IconCircleList"/>
    <dgm:cxn modelId="{E9F14B9C-C9BA-4EFF-96CD-664013AD5973}" type="presOf" srcId="{8E0EF9C0-50EE-4874-868D-AFF2F759864F}" destId="{283C805F-1785-48AC-B55A-55727242492F}" srcOrd="0" destOrd="0" presId="urn:microsoft.com/office/officeart/2018/2/layout/IconCircleList"/>
    <dgm:cxn modelId="{C9334E9C-E8E5-4CA1-823B-0639903BD579}" type="presOf" srcId="{F3145D66-F5BC-4BEC-B867-CFFF079B87DE}" destId="{4C2FF160-DFE4-4ED0-AB42-D31C6DB71EEF}" srcOrd="0" destOrd="0" presId="urn:microsoft.com/office/officeart/2018/2/layout/IconCircleList"/>
    <dgm:cxn modelId="{7B8FC69F-9F9D-49DB-8451-F16B11088772}" srcId="{A3BFA06B-1616-444E-A828-D3F297B21762}" destId="{8DB51237-1E27-476A-B4E4-BE84CFD0F4F2}" srcOrd="2" destOrd="0" parTransId="{211A5C8D-2627-4682-BB82-7344FC40467B}" sibTransId="{E02D4D03-291B-4DF9-9246-E885A862DA28}"/>
    <dgm:cxn modelId="{65F13DAA-6222-4413-A634-2FDB20E10ECF}" srcId="{A3BFA06B-1616-444E-A828-D3F297B21762}" destId="{B21D7D3B-ED7D-48D0-A7DC-CEC7365B246B}" srcOrd="3" destOrd="0" parTransId="{46917D06-D943-4067-9019-B8B2014E3F68}" sibTransId="{F2538EB4-2EE1-457A-8D3D-0DCBD51F9859}"/>
    <dgm:cxn modelId="{3C1311BD-2617-4B3D-92CE-CEDE173D5407}" type="presOf" srcId="{8DB51237-1E27-476A-B4E4-BE84CFD0F4F2}" destId="{B8CAD08B-8CD3-421F-8221-243F2C355BF0}" srcOrd="0" destOrd="0" presId="urn:microsoft.com/office/officeart/2018/2/layout/IconCircleList"/>
    <dgm:cxn modelId="{846EF7BE-D8DC-416D-8B20-DDCF3DEB8D3E}" type="presOf" srcId="{C50BC874-E1DE-40E7-B7CD-E3AB43ACB6DE}" destId="{625BFB2A-463E-4EDD-90D7-88C2B0FDDFD2}" srcOrd="0" destOrd="0" presId="urn:microsoft.com/office/officeart/2018/2/layout/IconCircleList"/>
    <dgm:cxn modelId="{97BB81BF-C04D-4C90-BA2D-8A0FF68F5437}" srcId="{A3BFA06B-1616-444E-A828-D3F297B21762}" destId="{5F56992D-8748-4A18-9272-11AD713C0003}" srcOrd="4" destOrd="0" parTransId="{21A219CA-3DA5-419C-A874-5B840DA1F2AE}" sibTransId="{AA57AE67-D032-40DF-A771-ABA087833CD3}"/>
    <dgm:cxn modelId="{7F715BB0-AB40-4D9A-882C-C8E32920AFD3}" type="presParOf" srcId="{6E4DFD7E-20A7-4E12-9077-CCAC5F860FC1}" destId="{352D0C73-01FA-4BC5-AC05-9DC296851E4B}" srcOrd="0" destOrd="0" presId="urn:microsoft.com/office/officeart/2018/2/layout/IconCircleList"/>
    <dgm:cxn modelId="{6134585B-80D4-4D0F-ADBA-715E31554E9F}" type="presParOf" srcId="{352D0C73-01FA-4BC5-AC05-9DC296851E4B}" destId="{6264334C-2277-4EB4-9D87-7A7D3171B849}" srcOrd="0" destOrd="0" presId="urn:microsoft.com/office/officeart/2018/2/layout/IconCircleList"/>
    <dgm:cxn modelId="{2E423F68-2A93-4748-8A3C-877EE5804BFA}" type="presParOf" srcId="{6264334C-2277-4EB4-9D87-7A7D3171B849}" destId="{9E1B0874-B140-4447-853E-DE3B1E54B8A3}" srcOrd="0" destOrd="0" presId="urn:microsoft.com/office/officeart/2018/2/layout/IconCircleList"/>
    <dgm:cxn modelId="{101F736F-4F0A-4E28-82AB-3732D4925F55}" type="presParOf" srcId="{6264334C-2277-4EB4-9D87-7A7D3171B849}" destId="{EE981C74-E3B8-4AEC-80F9-B80054793D30}" srcOrd="1" destOrd="0" presId="urn:microsoft.com/office/officeart/2018/2/layout/IconCircleList"/>
    <dgm:cxn modelId="{A37B0B80-566D-451C-AD14-65E756AE88DA}" type="presParOf" srcId="{6264334C-2277-4EB4-9D87-7A7D3171B849}" destId="{E5357354-42CB-4D31-BA9A-E4BD81FB49A8}" srcOrd="2" destOrd="0" presId="urn:microsoft.com/office/officeart/2018/2/layout/IconCircleList"/>
    <dgm:cxn modelId="{C089A201-7F1D-49C1-812D-DBB451E77071}" type="presParOf" srcId="{6264334C-2277-4EB4-9D87-7A7D3171B849}" destId="{625BFB2A-463E-4EDD-90D7-88C2B0FDDFD2}" srcOrd="3" destOrd="0" presId="urn:microsoft.com/office/officeart/2018/2/layout/IconCircleList"/>
    <dgm:cxn modelId="{B98140CA-BD59-4D79-9EAE-C16B92DE447D}" type="presParOf" srcId="{352D0C73-01FA-4BC5-AC05-9DC296851E4B}" destId="{4C2FF160-DFE4-4ED0-AB42-D31C6DB71EEF}" srcOrd="1" destOrd="0" presId="urn:microsoft.com/office/officeart/2018/2/layout/IconCircleList"/>
    <dgm:cxn modelId="{4449EFD4-C1BA-4991-B98D-0F79E4545812}" type="presParOf" srcId="{352D0C73-01FA-4BC5-AC05-9DC296851E4B}" destId="{8C79A173-6F86-4A08-A1B7-DAA0BACBB3BF}" srcOrd="2" destOrd="0" presId="urn:microsoft.com/office/officeart/2018/2/layout/IconCircleList"/>
    <dgm:cxn modelId="{6C71D7F3-D916-4E4D-9335-92565ADBC89D}" type="presParOf" srcId="{8C79A173-6F86-4A08-A1B7-DAA0BACBB3BF}" destId="{91560E21-DED6-4BC6-BC8B-B61514E1D064}" srcOrd="0" destOrd="0" presId="urn:microsoft.com/office/officeart/2018/2/layout/IconCircleList"/>
    <dgm:cxn modelId="{F0E88C63-F535-4E1A-8B0A-40BD1BA6515A}" type="presParOf" srcId="{8C79A173-6F86-4A08-A1B7-DAA0BACBB3BF}" destId="{45006177-E5C5-4FFF-A733-27BD5DDF1960}" srcOrd="1" destOrd="0" presId="urn:microsoft.com/office/officeart/2018/2/layout/IconCircleList"/>
    <dgm:cxn modelId="{C335314C-FA45-4BC6-AE80-BD24511EF132}" type="presParOf" srcId="{8C79A173-6F86-4A08-A1B7-DAA0BACBB3BF}" destId="{C7FA3B09-5B9A-4B83-B467-C3B86834C130}" srcOrd="2" destOrd="0" presId="urn:microsoft.com/office/officeart/2018/2/layout/IconCircleList"/>
    <dgm:cxn modelId="{BA1103B4-617D-495B-9F75-CAFE0F8821C7}" type="presParOf" srcId="{8C79A173-6F86-4A08-A1B7-DAA0BACBB3BF}" destId="{283C805F-1785-48AC-B55A-55727242492F}" srcOrd="3" destOrd="0" presId="urn:microsoft.com/office/officeart/2018/2/layout/IconCircleList"/>
    <dgm:cxn modelId="{34E64B8B-F36B-477D-8CC0-FDF157D388B3}" type="presParOf" srcId="{352D0C73-01FA-4BC5-AC05-9DC296851E4B}" destId="{10EE0B1A-E8E6-437E-8013-C9597CFCFE07}" srcOrd="3" destOrd="0" presId="urn:microsoft.com/office/officeart/2018/2/layout/IconCircleList"/>
    <dgm:cxn modelId="{6F8D6D90-A0D2-4F01-8757-BA80B96EB2AF}" type="presParOf" srcId="{352D0C73-01FA-4BC5-AC05-9DC296851E4B}" destId="{9F021F08-2C0F-4E7D-98CC-299EAF9CC58C}" srcOrd="4" destOrd="0" presId="urn:microsoft.com/office/officeart/2018/2/layout/IconCircleList"/>
    <dgm:cxn modelId="{633760D8-B0CA-4AB4-BF99-C035C8EE8003}" type="presParOf" srcId="{9F021F08-2C0F-4E7D-98CC-299EAF9CC58C}" destId="{00830886-EE7B-4588-91AC-5BED242A30F7}" srcOrd="0" destOrd="0" presId="urn:microsoft.com/office/officeart/2018/2/layout/IconCircleList"/>
    <dgm:cxn modelId="{BEE8C929-54E5-4380-8E30-F960E358E3C3}" type="presParOf" srcId="{9F021F08-2C0F-4E7D-98CC-299EAF9CC58C}" destId="{1009CEC5-5232-4C6A-98EE-87B7B3C898C2}" srcOrd="1" destOrd="0" presId="urn:microsoft.com/office/officeart/2018/2/layout/IconCircleList"/>
    <dgm:cxn modelId="{EDB64433-574C-421D-9870-680C5BF3B20C}" type="presParOf" srcId="{9F021F08-2C0F-4E7D-98CC-299EAF9CC58C}" destId="{6F98997F-901A-4DD5-9AB3-CFD70904A068}" srcOrd="2" destOrd="0" presId="urn:microsoft.com/office/officeart/2018/2/layout/IconCircleList"/>
    <dgm:cxn modelId="{BFD1FA64-7878-4661-84CF-5F0E25D84000}" type="presParOf" srcId="{9F021F08-2C0F-4E7D-98CC-299EAF9CC58C}" destId="{B8CAD08B-8CD3-421F-8221-243F2C355BF0}" srcOrd="3" destOrd="0" presId="urn:microsoft.com/office/officeart/2018/2/layout/IconCircleList"/>
    <dgm:cxn modelId="{CD23F747-4187-4479-877B-FB189D2D9A55}" type="presParOf" srcId="{352D0C73-01FA-4BC5-AC05-9DC296851E4B}" destId="{5D64E7E8-0E1B-42E8-8ECA-8786ED0C32BF}" srcOrd="5" destOrd="0" presId="urn:microsoft.com/office/officeart/2018/2/layout/IconCircleList"/>
    <dgm:cxn modelId="{63020F11-A58E-4773-8D93-E34D9734A720}" type="presParOf" srcId="{352D0C73-01FA-4BC5-AC05-9DC296851E4B}" destId="{8C985607-7B25-4145-9285-805463EC203D}" srcOrd="6" destOrd="0" presId="urn:microsoft.com/office/officeart/2018/2/layout/IconCircleList"/>
    <dgm:cxn modelId="{DDFDCE0F-D15F-4349-9693-1A83D1B90764}" type="presParOf" srcId="{8C985607-7B25-4145-9285-805463EC203D}" destId="{1C67A049-0E70-4EC1-BA88-4980B03E8546}" srcOrd="0" destOrd="0" presId="urn:microsoft.com/office/officeart/2018/2/layout/IconCircleList"/>
    <dgm:cxn modelId="{CCBD958A-23CD-43D3-91E7-22470B3DBEF0}" type="presParOf" srcId="{8C985607-7B25-4145-9285-805463EC203D}" destId="{76172AB6-D61B-4921-9EBC-BCD9879EE7B9}" srcOrd="1" destOrd="0" presId="urn:microsoft.com/office/officeart/2018/2/layout/IconCircleList"/>
    <dgm:cxn modelId="{CF57C9C4-C652-46A4-97CD-A85DF7F97C0C}" type="presParOf" srcId="{8C985607-7B25-4145-9285-805463EC203D}" destId="{ECC6F06D-5370-4ECF-BD0C-EBDE0E3F0159}" srcOrd="2" destOrd="0" presId="urn:microsoft.com/office/officeart/2018/2/layout/IconCircleList"/>
    <dgm:cxn modelId="{A4615F9D-D4FC-42A1-972E-0B0178AF89AE}" type="presParOf" srcId="{8C985607-7B25-4145-9285-805463EC203D}" destId="{96DD8DFF-7D93-4666-AD21-37EE6907F038}" srcOrd="3" destOrd="0" presId="urn:microsoft.com/office/officeart/2018/2/layout/IconCircleList"/>
    <dgm:cxn modelId="{101AE4CE-4B02-4725-BEF7-FE0B13037686}" type="presParOf" srcId="{352D0C73-01FA-4BC5-AC05-9DC296851E4B}" destId="{F11B0BD0-4C07-4333-BB9E-182EE29A6545}" srcOrd="7" destOrd="0" presId="urn:microsoft.com/office/officeart/2018/2/layout/IconCircleList"/>
    <dgm:cxn modelId="{EDBDAB4C-5F2C-4329-B67D-598B6C3D1269}" type="presParOf" srcId="{352D0C73-01FA-4BC5-AC05-9DC296851E4B}" destId="{B22D39CC-74B6-47CC-9E62-F0D411435ACA}" srcOrd="8" destOrd="0" presId="urn:microsoft.com/office/officeart/2018/2/layout/IconCircleList"/>
    <dgm:cxn modelId="{38FBD387-0984-4FDB-85A3-F4CB20C9BF4B}" type="presParOf" srcId="{B22D39CC-74B6-47CC-9E62-F0D411435ACA}" destId="{0E3649A1-EC5E-4B61-8C51-0427AE569E6E}" srcOrd="0" destOrd="0" presId="urn:microsoft.com/office/officeart/2018/2/layout/IconCircleList"/>
    <dgm:cxn modelId="{EE3F554B-C1B4-4647-BF19-42BF33F4D1B1}" type="presParOf" srcId="{B22D39CC-74B6-47CC-9E62-F0D411435ACA}" destId="{FDFA7C31-0D65-429C-979C-197A10985F99}" srcOrd="1" destOrd="0" presId="urn:microsoft.com/office/officeart/2018/2/layout/IconCircleList"/>
    <dgm:cxn modelId="{6FF6B081-08F2-4634-96D4-5868F53EDCE8}" type="presParOf" srcId="{B22D39CC-74B6-47CC-9E62-F0D411435ACA}" destId="{CD8BE2E3-C983-4BC3-B7C9-B358A60DE7FA}" srcOrd="2" destOrd="0" presId="urn:microsoft.com/office/officeart/2018/2/layout/IconCircleList"/>
    <dgm:cxn modelId="{C4F3D2D0-7FEC-483A-8C32-AFCE1E055757}" type="presParOf" srcId="{B22D39CC-74B6-47CC-9E62-F0D411435ACA}" destId="{B7844B89-23CD-4F22-83BD-D11B68B7DAC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7CCAC89-A06D-4368-9F0D-A04922FCFAD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5A57132-9E30-49EF-84FF-1C61FE0C78EB}">
      <dgm:prSet/>
      <dgm:spPr/>
      <dgm:t>
        <a:bodyPr/>
        <a:lstStyle/>
        <a:p>
          <a:r>
            <a:rPr lang="en-US"/>
            <a:t>1. Gym registration</a:t>
          </a:r>
        </a:p>
      </dgm:t>
    </dgm:pt>
    <dgm:pt modelId="{74FEDD19-8FBD-4688-9835-6F4189A3F447}" type="parTrans" cxnId="{CABA6924-39A4-49E5-9621-1E7D7F488449}">
      <dgm:prSet/>
      <dgm:spPr/>
      <dgm:t>
        <a:bodyPr/>
        <a:lstStyle/>
        <a:p>
          <a:endParaRPr lang="en-US"/>
        </a:p>
      </dgm:t>
    </dgm:pt>
    <dgm:pt modelId="{4F5B83AA-D7F8-4DE3-8A81-991D6436F835}" type="sibTrans" cxnId="{CABA6924-39A4-49E5-9621-1E7D7F488449}">
      <dgm:prSet/>
      <dgm:spPr/>
      <dgm:t>
        <a:bodyPr/>
        <a:lstStyle/>
        <a:p>
          <a:endParaRPr lang="en-US"/>
        </a:p>
      </dgm:t>
    </dgm:pt>
    <dgm:pt modelId="{5D22D32B-EAC6-48CA-A463-57156A6FE191}">
      <dgm:prSet/>
      <dgm:spPr/>
      <dgm:t>
        <a:bodyPr/>
        <a:lstStyle/>
        <a:p>
          <a:r>
            <a:rPr lang="en-US"/>
            <a:t>2. Trainer plan assignment</a:t>
          </a:r>
        </a:p>
      </dgm:t>
    </dgm:pt>
    <dgm:pt modelId="{0EBACDA7-3EEB-4793-BA46-8209221B32F9}" type="parTrans" cxnId="{DA118616-4F1C-4C41-A9B0-D9FC9CD1938B}">
      <dgm:prSet/>
      <dgm:spPr/>
      <dgm:t>
        <a:bodyPr/>
        <a:lstStyle/>
        <a:p>
          <a:endParaRPr lang="en-US"/>
        </a:p>
      </dgm:t>
    </dgm:pt>
    <dgm:pt modelId="{84FE9204-4366-405D-90E1-5415C419388B}" type="sibTrans" cxnId="{DA118616-4F1C-4C41-A9B0-D9FC9CD1938B}">
      <dgm:prSet/>
      <dgm:spPr/>
      <dgm:t>
        <a:bodyPr/>
        <a:lstStyle/>
        <a:p>
          <a:endParaRPr lang="en-US"/>
        </a:p>
      </dgm:t>
    </dgm:pt>
    <dgm:pt modelId="{15028160-8D93-4F42-A213-9C44E0917EB5}">
      <dgm:prSet/>
      <dgm:spPr/>
      <dgm:t>
        <a:bodyPr/>
        <a:lstStyle/>
        <a:p>
          <a:r>
            <a:rPr lang="en-US"/>
            <a:t>3. Member routine viewing</a:t>
          </a:r>
        </a:p>
      </dgm:t>
    </dgm:pt>
    <dgm:pt modelId="{BB426036-EC94-45D3-A302-6F670BD2A5CB}" type="parTrans" cxnId="{A22BAFCE-49DC-48B0-A29F-8E9F29938A81}">
      <dgm:prSet/>
      <dgm:spPr/>
      <dgm:t>
        <a:bodyPr/>
        <a:lstStyle/>
        <a:p>
          <a:endParaRPr lang="en-US"/>
        </a:p>
      </dgm:t>
    </dgm:pt>
    <dgm:pt modelId="{87A02B48-697E-4E58-AD54-05079B583B1E}" type="sibTrans" cxnId="{A22BAFCE-49DC-48B0-A29F-8E9F29938A81}">
      <dgm:prSet/>
      <dgm:spPr/>
      <dgm:t>
        <a:bodyPr/>
        <a:lstStyle/>
        <a:p>
          <a:endParaRPr lang="en-US"/>
        </a:p>
      </dgm:t>
    </dgm:pt>
    <dgm:pt modelId="{398A078B-688F-4A25-9572-9B4DF2F93466}">
      <dgm:prSet/>
      <dgm:spPr/>
      <dgm:t>
        <a:bodyPr/>
        <a:lstStyle/>
        <a:p>
          <a:r>
            <a:rPr lang="en-US"/>
            <a:t>4. Video upload for feedback</a:t>
          </a:r>
        </a:p>
      </dgm:t>
    </dgm:pt>
    <dgm:pt modelId="{DEFE4DCC-EB31-46E2-977E-CC0DC1F33EE1}" type="parTrans" cxnId="{69FB6739-7D4B-42DC-9986-7E90767DB6F7}">
      <dgm:prSet/>
      <dgm:spPr/>
      <dgm:t>
        <a:bodyPr/>
        <a:lstStyle/>
        <a:p>
          <a:endParaRPr lang="en-US"/>
        </a:p>
      </dgm:t>
    </dgm:pt>
    <dgm:pt modelId="{ADE66570-ED3F-4E47-9AA8-D7264928E706}" type="sibTrans" cxnId="{69FB6739-7D4B-42DC-9986-7E90767DB6F7}">
      <dgm:prSet/>
      <dgm:spPr/>
      <dgm:t>
        <a:bodyPr/>
        <a:lstStyle/>
        <a:p>
          <a:endParaRPr lang="en-US"/>
        </a:p>
      </dgm:t>
    </dgm:pt>
    <dgm:pt modelId="{30C7EBEF-F0DC-40F7-8FC8-AC09BDC2D233}">
      <dgm:prSet/>
      <dgm:spPr/>
      <dgm:t>
        <a:bodyPr/>
        <a:lstStyle/>
        <a:p>
          <a:r>
            <a:rPr lang="en-US"/>
            <a:t>5. Trainer-member chat</a:t>
          </a:r>
        </a:p>
      </dgm:t>
    </dgm:pt>
    <dgm:pt modelId="{92C36DC0-0872-4782-8D22-262AE497BC1D}" type="parTrans" cxnId="{DCDE28D2-C6C4-4DD5-A700-1C019000CE34}">
      <dgm:prSet/>
      <dgm:spPr/>
      <dgm:t>
        <a:bodyPr/>
        <a:lstStyle/>
        <a:p>
          <a:endParaRPr lang="en-US"/>
        </a:p>
      </dgm:t>
    </dgm:pt>
    <dgm:pt modelId="{622E83A7-CB06-4A63-A129-3E5CDFF1C1BF}" type="sibTrans" cxnId="{DCDE28D2-C6C4-4DD5-A700-1C019000CE34}">
      <dgm:prSet/>
      <dgm:spPr/>
      <dgm:t>
        <a:bodyPr/>
        <a:lstStyle/>
        <a:p>
          <a:endParaRPr lang="en-US"/>
        </a:p>
      </dgm:t>
    </dgm:pt>
    <dgm:pt modelId="{E8F3BB0F-1F41-4033-A045-8F8B0EBB7F40}">
      <dgm:prSet/>
      <dgm:spPr/>
      <dgm:t>
        <a:bodyPr/>
        <a:lstStyle/>
        <a:p>
          <a:r>
            <a:rPr lang="en-US"/>
            <a:t>6. Attendance tracking</a:t>
          </a:r>
        </a:p>
      </dgm:t>
    </dgm:pt>
    <dgm:pt modelId="{550B7BF1-D0F8-46D5-A190-BB770B867E60}" type="parTrans" cxnId="{4C856894-E259-4DDA-AE08-3513A70AADD8}">
      <dgm:prSet/>
      <dgm:spPr/>
      <dgm:t>
        <a:bodyPr/>
        <a:lstStyle/>
        <a:p>
          <a:endParaRPr lang="en-US"/>
        </a:p>
      </dgm:t>
    </dgm:pt>
    <dgm:pt modelId="{89BF8ED8-1972-4AA2-A0C2-FC5A3AA01D7E}" type="sibTrans" cxnId="{4C856894-E259-4DDA-AE08-3513A70AADD8}">
      <dgm:prSet/>
      <dgm:spPr/>
      <dgm:t>
        <a:bodyPr/>
        <a:lstStyle/>
        <a:p>
          <a:endParaRPr lang="en-US"/>
        </a:p>
      </dgm:t>
    </dgm:pt>
    <dgm:pt modelId="{DB5FB306-8480-4FA8-99B9-8BFCF9C86B6F}">
      <dgm:prSet/>
      <dgm:spPr/>
      <dgm:t>
        <a:bodyPr/>
        <a:lstStyle/>
        <a:p>
          <a:r>
            <a:rPr lang="en-US"/>
            <a:t>7. Progress reports</a:t>
          </a:r>
        </a:p>
      </dgm:t>
    </dgm:pt>
    <dgm:pt modelId="{F1687FAF-887F-482C-BEB3-B2CB39CA7775}" type="parTrans" cxnId="{5E26F705-177B-493F-A16D-17516E6033F4}">
      <dgm:prSet/>
      <dgm:spPr/>
      <dgm:t>
        <a:bodyPr/>
        <a:lstStyle/>
        <a:p>
          <a:endParaRPr lang="en-US"/>
        </a:p>
      </dgm:t>
    </dgm:pt>
    <dgm:pt modelId="{AFBD90D1-439C-4CF4-8783-F00E900607F9}" type="sibTrans" cxnId="{5E26F705-177B-493F-A16D-17516E6033F4}">
      <dgm:prSet/>
      <dgm:spPr/>
      <dgm:t>
        <a:bodyPr/>
        <a:lstStyle/>
        <a:p>
          <a:endParaRPr lang="en-US"/>
        </a:p>
      </dgm:t>
    </dgm:pt>
    <dgm:pt modelId="{A0D50156-0CC0-4E97-A38D-859E0C3E5102}" type="pres">
      <dgm:prSet presAssocID="{77CCAC89-A06D-4368-9F0D-A04922FCFAD6}" presName="root" presStyleCnt="0">
        <dgm:presLayoutVars>
          <dgm:dir/>
          <dgm:resizeHandles val="exact"/>
        </dgm:presLayoutVars>
      </dgm:prSet>
      <dgm:spPr/>
    </dgm:pt>
    <dgm:pt modelId="{7108FE6D-7B87-464E-A4B7-56DF8951681E}" type="pres">
      <dgm:prSet presAssocID="{05A57132-9E30-49EF-84FF-1C61FE0C78EB}" presName="compNode" presStyleCnt="0"/>
      <dgm:spPr/>
    </dgm:pt>
    <dgm:pt modelId="{F6DEC074-8BF0-4E94-9D92-ECF6424F2AE1}" type="pres">
      <dgm:prSet presAssocID="{05A57132-9E30-49EF-84FF-1C61FE0C78EB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3C1B55E9-1802-4612-B8A0-67C4AB358DD1}" type="pres">
      <dgm:prSet presAssocID="{05A57132-9E30-49EF-84FF-1C61FE0C78EB}" presName="spaceRect" presStyleCnt="0"/>
      <dgm:spPr/>
    </dgm:pt>
    <dgm:pt modelId="{30D8DADB-307F-4A25-8F77-EE3ED9F9CA4D}" type="pres">
      <dgm:prSet presAssocID="{05A57132-9E30-49EF-84FF-1C61FE0C78EB}" presName="textRect" presStyleLbl="revTx" presStyleIdx="0" presStyleCnt="7">
        <dgm:presLayoutVars>
          <dgm:chMax val="1"/>
          <dgm:chPref val="1"/>
        </dgm:presLayoutVars>
      </dgm:prSet>
      <dgm:spPr/>
    </dgm:pt>
    <dgm:pt modelId="{527344CE-37AA-4657-BD44-7AD4596FCE41}" type="pres">
      <dgm:prSet presAssocID="{4F5B83AA-D7F8-4DE3-8A81-991D6436F835}" presName="sibTrans" presStyleCnt="0"/>
      <dgm:spPr/>
    </dgm:pt>
    <dgm:pt modelId="{EFEDDE21-7E4D-4445-B27C-82E946F82768}" type="pres">
      <dgm:prSet presAssocID="{5D22D32B-EAC6-48CA-A463-57156A6FE191}" presName="compNode" presStyleCnt="0"/>
      <dgm:spPr/>
    </dgm:pt>
    <dgm:pt modelId="{44D25C83-C15D-41EB-91BF-1C8D794F5B60}" type="pres">
      <dgm:prSet presAssocID="{5D22D32B-EAC6-48CA-A463-57156A6FE191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92C05CA4-F08F-4A8B-8451-39E67F0769C1}" type="pres">
      <dgm:prSet presAssocID="{5D22D32B-EAC6-48CA-A463-57156A6FE191}" presName="spaceRect" presStyleCnt="0"/>
      <dgm:spPr/>
    </dgm:pt>
    <dgm:pt modelId="{33FD6B65-F601-4055-A2B9-A1B14E9FBBE8}" type="pres">
      <dgm:prSet presAssocID="{5D22D32B-EAC6-48CA-A463-57156A6FE191}" presName="textRect" presStyleLbl="revTx" presStyleIdx="1" presStyleCnt="7">
        <dgm:presLayoutVars>
          <dgm:chMax val="1"/>
          <dgm:chPref val="1"/>
        </dgm:presLayoutVars>
      </dgm:prSet>
      <dgm:spPr/>
    </dgm:pt>
    <dgm:pt modelId="{F2BC4B1F-3B1A-4C98-BCB4-B8258FD0A36E}" type="pres">
      <dgm:prSet presAssocID="{84FE9204-4366-405D-90E1-5415C419388B}" presName="sibTrans" presStyleCnt="0"/>
      <dgm:spPr/>
    </dgm:pt>
    <dgm:pt modelId="{934F1F9D-330D-45A4-B1E9-E182356CBA6D}" type="pres">
      <dgm:prSet presAssocID="{15028160-8D93-4F42-A213-9C44E0917EB5}" presName="compNode" presStyleCnt="0"/>
      <dgm:spPr/>
    </dgm:pt>
    <dgm:pt modelId="{577B8871-87C5-4982-B094-3EA695AF9BDF}" type="pres">
      <dgm:prSet presAssocID="{15028160-8D93-4F42-A213-9C44E0917EB5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F3878AFC-A668-46A1-B991-2731D788C031}" type="pres">
      <dgm:prSet presAssocID="{15028160-8D93-4F42-A213-9C44E0917EB5}" presName="spaceRect" presStyleCnt="0"/>
      <dgm:spPr/>
    </dgm:pt>
    <dgm:pt modelId="{E492B981-2A47-4612-8B97-4D24A6CAF255}" type="pres">
      <dgm:prSet presAssocID="{15028160-8D93-4F42-A213-9C44E0917EB5}" presName="textRect" presStyleLbl="revTx" presStyleIdx="2" presStyleCnt="7">
        <dgm:presLayoutVars>
          <dgm:chMax val="1"/>
          <dgm:chPref val="1"/>
        </dgm:presLayoutVars>
      </dgm:prSet>
      <dgm:spPr/>
    </dgm:pt>
    <dgm:pt modelId="{1629DF0A-625E-4804-8D5C-12E92B7D840E}" type="pres">
      <dgm:prSet presAssocID="{87A02B48-697E-4E58-AD54-05079B583B1E}" presName="sibTrans" presStyleCnt="0"/>
      <dgm:spPr/>
    </dgm:pt>
    <dgm:pt modelId="{735CF436-F3CB-4237-B08E-0E8ED14EFEBF}" type="pres">
      <dgm:prSet presAssocID="{398A078B-688F-4A25-9572-9B4DF2F93466}" presName="compNode" presStyleCnt="0"/>
      <dgm:spPr/>
    </dgm:pt>
    <dgm:pt modelId="{AC813B6A-737F-4868-8307-166565D1B30B}" type="pres">
      <dgm:prSet presAssocID="{398A078B-688F-4A25-9572-9B4DF2F93466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534BC3E7-F6FB-42D4-A755-BD48DA436295}" type="pres">
      <dgm:prSet presAssocID="{398A078B-688F-4A25-9572-9B4DF2F93466}" presName="spaceRect" presStyleCnt="0"/>
      <dgm:spPr/>
    </dgm:pt>
    <dgm:pt modelId="{2BCB3198-D9AB-4029-AD72-1B3642B4B3B5}" type="pres">
      <dgm:prSet presAssocID="{398A078B-688F-4A25-9572-9B4DF2F93466}" presName="textRect" presStyleLbl="revTx" presStyleIdx="3" presStyleCnt="7">
        <dgm:presLayoutVars>
          <dgm:chMax val="1"/>
          <dgm:chPref val="1"/>
        </dgm:presLayoutVars>
      </dgm:prSet>
      <dgm:spPr/>
    </dgm:pt>
    <dgm:pt modelId="{2C37A4D1-D49B-4D79-AD29-F9039C8C4CC6}" type="pres">
      <dgm:prSet presAssocID="{ADE66570-ED3F-4E47-9AA8-D7264928E706}" presName="sibTrans" presStyleCnt="0"/>
      <dgm:spPr/>
    </dgm:pt>
    <dgm:pt modelId="{454A1CA8-6A74-41C8-9905-60A59A123EF1}" type="pres">
      <dgm:prSet presAssocID="{30C7EBEF-F0DC-40F7-8FC8-AC09BDC2D233}" presName="compNode" presStyleCnt="0"/>
      <dgm:spPr/>
    </dgm:pt>
    <dgm:pt modelId="{5BEFB096-3CE1-4193-B54E-24B1C2EDE422}" type="pres">
      <dgm:prSet presAssocID="{30C7EBEF-F0DC-40F7-8FC8-AC09BDC2D233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014A0983-0557-409E-9E8E-1E109D26D399}" type="pres">
      <dgm:prSet presAssocID="{30C7EBEF-F0DC-40F7-8FC8-AC09BDC2D233}" presName="spaceRect" presStyleCnt="0"/>
      <dgm:spPr/>
    </dgm:pt>
    <dgm:pt modelId="{20D4C1AF-B095-43C1-8B9A-568969446E27}" type="pres">
      <dgm:prSet presAssocID="{30C7EBEF-F0DC-40F7-8FC8-AC09BDC2D233}" presName="textRect" presStyleLbl="revTx" presStyleIdx="4" presStyleCnt="7">
        <dgm:presLayoutVars>
          <dgm:chMax val="1"/>
          <dgm:chPref val="1"/>
        </dgm:presLayoutVars>
      </dgm:prSet>
      <dgm:spPr/>
    </dgm:pt>
    <dgm:pt modelId="{C94C74B5-3AF8-46EE-B0C2-20138AF75AE7}" type="pres">
      <dgm:prSet presAssocID="{622E83A7-CB06-4A63-A129-3E5CDFF1C1BF}" presName="sibTrans" presStyleCnt="0"/>
      <dgm:spPr/>
    </dgm:pt>
    <dgm:pt modelId="{57E11814-1EB0-4681-B901-983231963E9A}" type="pres">
      <dgm:prSet presAssocID="{E8F3BB0F-1F41-4033-A045-8F8B0EBB7F40}" presName="compNode" presStyleCnt="0"/>
      <dgm:spPr/>
    </dgm:pt>
    <dgm:pt modelId="{20F12A00-4600-4B68-BDE5-AD1095B01970}" type="pres">
      <dgm:prSet presAssocID="{E8F3BB0F-1F41-4033-A045-8F8B0EBB7F40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4B5216C-8837-4C5C-89A3-8E5B37AE1FAD}" type="pres">
      <dgm:prSet presAssocID="{E8F3BB0F-1F41-4033-A045-8F8B0EBB7F40}" presName="spaceRect" presStyleCnt="0"/>
      <dgm:spPr/>
    </dgm:pt>
    <dgm:pt modelId="{6C928705-33AD-45AF-B287-7B83B0C85EE6}" type="pres">
      <dgm:prSet presAssocID="{E8F3BB0F-1F41-4033-A045-8F8B0EBB7F40}" presName="textRect" presStyleLbl="revTx" presStyleIdx="5" presStyleCnt="7">
        <dgm:presLayoutVars>
          <dgm:chMax val="1"/>
          <dgm:chPref val="1"/>
        </dgm:presLayoutVars>
      </dgm:prSet>
      <dgm:spPr/>
    </dgm:pt>
    <dgm:pt modelId="{8F60D0D3-0561-4690-8A5A-BBD170C21E37}" type="pres">
      <dgm:prSet presAssocID="{89BF8ED8-1972-4AA2-A0C2-FC5A3AA01D7E}" presName="sibTrans" presStyleCnt="0"/>
      <dgm:spPr/>
    </dgm:pt>
    <dgm:pt modelId="{99AF2448-26CF-4563-9641-EAE8031E3654}" type="pres">
      <dgm:prSet presAssocID="{DB5FB306-8480-4FA8-99B9-8BFCF9C86B6F}" presName="compNode" presStyleCnt="0"/>
      <dgm:spPr/>
    </dgm:pt>
    <dgm:pt modelId="{15E2647A-932D-4EDD-9ED3-6C898DDF2082}" type="pres">
      <dgm:prSet presAssocID="{DB5FB306-8480-4FA8-99B9-8BFCF9C86B6F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D506177-DC8E-496A-97D5-DE080C283998}" type="pres">
      <dgm:prSet presAssocID="{DB5FB306-8480-4FA8-99B9-8BFCF9C86B6F}" presName="spaceRect" presStyleCnt="0"/>
      <dgm:spPr/>
    </dgm:pt>
    <dgm:pt modelId="{12C0EB15-138C-4ECE-8FC6-E6FB1D660DB1}" type="pres">
      <dgm:prSet presAssocID="{DB5FB306-8480-4FA8-99B9-8BFCF9C86B6F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04C6E403-F470-434A-AAFF-7842741E90D3}" type="presOf" srcId="{E8F3BB0F-1F41-4033-A045-8F8B0EBB7F40}" destId="{6C928705-33AD-45AF-B287-7B83B0C85EE6}" srcOrd="0" destOrd="0" presId="urn:microsoft.com/office/officeart/2018/2/layout/IconLabelList"/>
    <dgm:cxn modelId="{5E26F705-177B-493F-A16D-17516E6033F4}" srcId="{77CCAC89-A06D-4368-9F0D-A04922FCFAD6}" destId="{DB5FB306-8480-4FA8-99B9-8BFCF9C86B6F}" srcOrd="6" destOrd="0" parTransId="{F1687FAF-887F-482C-BEB3-B2CB39CA7775}" sibTransId="{AFBD90D1-439C-4CF4-8783-F00E900607F9}"/>
    <dgm:cxn modelId="{DA118616-4F1C-4C41-A9B0-D9FC9CD1938B}" srcId="{77CCAC89-A06D-4368-9F0D-A04922FCFAD6}" destId="{5D22D32B-EAC6-48CA-A463-57156A6FE191}" srcOrd="1" destOrd="0" parTransId="{0EBACDA7-3EEB-4793-BA46-8209221B32F9}" sibTransId="{84FE9204-4366-405D-90E1-5415C419388B}"/>
    <dgm:cxn modelId="{CABA6924-39A4-49E5-9621-1E7D7F488449}" srcId="{77CCAC89-A06D-4368-9F0D-A04922FCFAD6}" destId="{05A57132-9E30-49EF-84FF-1C61FE0C78EB}" srcOrd="0" destOrd="0" parTransId="{74FEDD19-8FBD-4688-9835-6F4189A3F447}" sibTransId="{4F5B83AA-D7F8-4DE3-8A81-991D6436F835}"/>
    <dgm:cxn modelId="{69FB6739-7D4B-42DC-9986-7E90767DB6F7}" srcId="{77CCAC89-A06D-4368-9F0D-A04922FCFAD6}" destId="{398A078B-688F-4A25-9572-9B4DF2F93466}" srcOrd="3" destOrd="0" parTransId="{DEFE4DCC-EB31-46E2-977E-CC0DC1F33EE1}" sibTransId="{ADE66570-ED3F-4E47-9AA8-D7264928E706}"/>
    <dgm:cxn modelId="{D3DD935E-14F3-4F8A-AAD8-6564DEA99FF1}" type="presOf" srcId="{77CCAC89-A06D-4368-9F0D-A04922FCFAD6}" destId="{A0D50156-0CC0-4E97-A38D-859E0C3E5102}" srcOrd="0" destOrd="0" presId="urn:microsoft.com/office/officeart/2018/2/layout/IconLabelList"/>
    <dgm:cxn modelId="{F21C426B-2043-4224-9283-C15B5B730043}" type="presOf" srcId="{398A078B-688F-4A25-9572-9B4DF2F93466}" destId="{2BCB3198-D9AB-4029-AD72-1B3642B4B3B5}" srcOrd="0" destOrd="0" presId="urn:microsoft.com/office/officeart/2018/2/layout/IconLabelList"/>
    <dgm:cxn modelId="{03E05656-F6DD-4FE9-A2C9-A70BB470B107}" type="presOf" srcId="{15028160-8D93-4F42-A213-9C44E0917EB5}" destId="{E492B981-2A47-4612-8B97-4D24A6CAF255}" srcOrd="0" destOrd="0" presId="urn:microsoft.com/office/officeart/2018/2/layout/IconLabelList"/>
    <dgm:cxn modelId="{3C53087F-940E-406F-877C-312D09B7D3CA}" type="presOf" srcId="{DB5FB306-8480-4FA8-99B9-8BFCF9C86B6F}" destId="{12C0EB15-138C-4ECE-8FC6-E6FB1D660DB1}" srcOrd="0" destOrd="0" presId="urn:microsoft.com/office/officeart/2018/2/layout/IconLabelList"/>
    <dgm:cxn modelId="{4C856894-E259-4DDA-AE08-3513A70AADD8}" srcId="{77CCAC89-A06D-4368-9F0D-A04922FCFAD6}" destId="{E8F3BB0F-1F41-4033-A045-8F8B0EBB7F40}" srcOrd="5" destOrd="0" parTransId="{550B7BF1-D0F8-46D5-A190-BB770B867E60}" sibTransId="{89BF8ED8-1972-4AA2-A0C2-FC5A3AA01D7E}"/>
    <dgm:cxn modelId="{0735E095-4F06-49A0-9519-3CCE238EB9F2}" type="presOf" srcId="{30C7EBEF-F0DC-40F7-8FC8-AC09BDC2D233}" destId="{20D4C1AF-B095-43C1-8B9A-568969446E27}" srcOrd="0" destOrd="0" presId="urn:microsoft.com/office/officeart/2018/2/layout/IconLabelList"/>
    <dgm:cxn modelId="{A22BAFCE-49DC-48B0-A29F-8E9F29938A81}" srcId="{77CCAC89-A06D-4368-9F0D-A04922FCFAD6}" destId="{15028160-8D93-4F42-A213-9C44E0917EB5}" srcOrd="2" destOrd="0" parTransId="{BB426036-EC94-45D3-A302-6F670BD2A5CB}" sibTransId="{87A02B48-697E-4E58-AD54-05079B583B1E}"/>
    <dgm:cxn modelId="{DCDE28D2-C6C4-4DD5-A700-1C019000CE34}" srcId="{77CCAC89-A06D-4368-9F0D-A04922FCFAD6}" destId="{30C7EBEF-F0DC-40F7-8FC8-AC09BDC2D233}" srcOrd="4" destOrd="0" parTransId="{92C36DC0-0872-4782-8D22-262AE497BC1D}" sibTransId="{622E83A7-CB06-4A63-A129-3E5CDFF1C1BF}"/>
    <dgm:cxn modelId="{ACEFA7E6-2FDD-4847-8A7D-EC3DC2898A86}" type="presOf" srcId="{5D22D32B-EAC6-48CA-A463-57156A6FE191}" destId="{33FD6B65-F601-4055-A2B9-A1B14E9FBBE8}" srcOrd="0" destOrd="0" presId="urn:microsoft.com/office/officeart/2018/2/layout/IconLabelList"/>
    <dgm:cxn modelId="{E81908FF-75C1-4202-A2C4-C88C18D7D0BA}" type="presOf" srcId="{05A57132-9E30-49EF-84FF-1C61FE0C78EB}" destId="{30D8DADB-307F-4A25-8F77-EE3ED9F9CA4D}" srcOrd="0" destOrd="0" presId="urn:microsoft.com/office/officeart/2018/2/layout/IconLabelList"/>
    <dgm:cxn modelId="{5BB7511D-A0F5-4505-B768-886DE88CD8EE}" type="presParOf" srcId="{A0D50156-0CC0-4E97-A38D-859E0C3E5102}" destId="{7108FE6D-7B87-464E-A4B7-56DF8951681E}" srcOrd="0" destOrd="0" presId="urn:microsoft.com/office/officeart/2018/2/layout/IconLabelList"/>
    <dgm:cxn modelId="{BFB9D7D9-23FF-4B8B-B20F-F44678A8F989}" type="presParOf" srcId="{7108FE6D-7B87-464E-A4B7-56DF8951681E}" destId="{F6DEC074-8BF0-4E94-9D92-ECF6424F2AE1}" srcOrd="0" destOrd="0" presId="urn:microsoft.com/office/officeart/2018/2/layout/IconLabelList"/>
    <dgm:cxn modelId="{87F81A57-EF92-4F6E-821B-5C72CF34EFB2}" type="presParOf" srcId="{7108FE6D-7B87-464E-A4B7-56DF8951681E}" destId="{3C1B55E9-1802-4612-B8A0-67C4AB358DD1}" srcOrd="1" destOrd="0" presId="urn:microsoft.com/office/officeart/2018/2/layout/IconLabelList"/>
    <dgm:cxn modelId="{9C154A5E-4756-4D9A-8181-A62A49665854}" type="presParOf" srcId="{7108FE6D-7B87-464E-A4B7-56DF8951681E}" destId="{30D8DADB-307F-4A25-8F77-EE3ED9F9CA4D}" srcOrd="2" destOrd="0" presId="urn:microsoft.com/office/officeart/2018/2/layout/IconLabelList"/>
    <dgm:cxn modelId="{0D082439-F4D5-4DCE-9196-DD3DC1DDFA26}" type="presParOf" srcId="{A0D50156-0CC0-4E97-A38D-859E0C3E5102}" destId="{527344CE-37AA-4657-BD44-7AD4596FCE41}" srcOrd="1" destOrd="0" presId="urn:microsoft.com/office/officeart/2018/2/layout/IconLabelList"/>
    <dgm:cxn modelId="{2E71737A-99AA-4A7E-A59D-A7FAD68C9AA5}" type="presParOf" srcId="{A0D50156-0CC0-4E97-A38D-859E0C3E5102}" destId="{EFEDDE21-7E4D-4445-B27C-82E946F82768}" srcOrd="2" destOrd="0" presId="urn:microsoft.com/office/officeart/2018/2/layout/IconLabelList"/>
    <dgm:cxn modelId="{F624C7DD-E5F5-4BD2-9229-AA67508F112E}" type="presParOf" srcId="{EFEDDE21-7E4D-4445-B27C-82E946F82768}" destId="{44D25C83-C15D-41EB-91BF-1C8D794F5B60}" srcOrd="0" destOrd="0" presId="urn:microsoft.com/office/officeart/2018/2/layout/IconLabelList"/>
    <dgm:cxn modelId="{70A47608-1EF7-4006-ADCA-CDBFFDDA7059}" type="presParOf" srcId="{EFEDDE21-7E4D-4445-B27C-82E946F82768}" destId="{92C05CA4-F08F-4A8B-8451-39E67F0769C1}" srcOrd="1" destOrd="0" presId="urn:microsoft.com/office/officeart/2018/2/layout/IconLabelList"/>
    <dgm:cxn modelId="{3E648F36-CE6A-4F21-893B-90EC858F7BFB}" type="presParOf" srcId="{EFEDDE21-7E4D-4445-B27C-82E946F82768}" destId="{33FD6B65-F601-4055-A2B9-A1B14E9FBBE8}" srcOrd="2" destOrd="0" presId="urn:microsoft.com/office/officeart/2018/2/layout/IconLabelList"/>
    <dgm:cxn modelId="{351A3CF1-653F-432F-8D3C-658135CFCE51}" type="presParOf" srcId="{A0D50156-0CC0-4E97-A38D-859E0C3E5102}" destId="{F2BC4B1F-3B1A-4C98-BCB4-B8258FD0A36E}" srcOrd="3" destOrd="0" presId="urn:microsoft.com/office/officeart/2018/2/layout/IconLabelList"/>
    <dgm:cxn modelId="{66B5D6E1-C3F0-4187-9F2D-39BD12AFF21B}" type="presParOf" srcId="{A0D50156-0CC0-4E97-A38D-859E0C3E5102}" destId="{934F1F9D-330D-45A4-B1E9-E182356CBA6D}" srcOrd="4" destOrd="0" presId="urn:microsoft.com/office/officeart/2018/2/layout/IconLabelList"/>
    <dgm:cxn modelId="{8FE05A32-70E2-49A6-BC68-E2E9DBEEA6C4}" type="presParOf" srcId="{934F1F9D-330D-45A4-B1E9-E182356CBA6D}" destId="{577B8871-87C5-4982-B094-3EA695AF9BDF}" srcOrd="0" destOrd="0" presId="urn:microsoft.com/office/officeart/2018/2/layout/IconLabelList"/>
    <dgm:cxn modelId="{31497B5C-2ABE-42EB-963C-23AB0A234CCB}" type="presParOf" srcId="{934F1F9D-330D-45A4-B1E9-E182356CBA6D}" destId="{F3878AFC-A668-46A1-B991-2731D788C031}" srcOrd="1" destOrd="0" presId="urn:microsoft.com/office/officeart/2018/2/layout/IconLabelList"/>
    <dgm:cxn modelId="{3546400F-846B-4464-8C73-FDE9F5E04CCE}" type="presParOf" srcId="{934F1F9D-330D-45A4-B1E9-E182356CBA6D}" destId="{E492B981-2A47-4612-8B97-4D24A6CAF255}" srcOrd="2" destOrd="0" presId="urn:microsoft.com/office/officeart/2018/2/layout/IconLabelList"/>
    <dgm:cxn modelId="{D52463FA-DC78-428A-A68D-D3092564F1FF}" type="presParOf" srcId="{A0D50156-0CC0-4E97-A38D-859E0C3E5102}" destId="{1629DF0A-625E-4804-8D5C-12E92B7D840E}" srcOrd="5" destOrd="0" presId="urn:microsoft.com/office/officeart/2018/2/layout/IconLabelList"/>
    <dgm:cxn modelId="{24E903E6-A745-4FDD-9F20-652EC1921B2C}" type="presParOf" srcId="{A0D50156-0CC0-4E97-A38D-859E0C3E5102}" destId="{735CF436-F3CB-4237-B08E-0E8ED14EFEBF}" srcOrd="6" destOrd="0" presId="urn:microsoft.com/office/officeart/2018/2/layout/IconLabelList"/>
    <dgm:cxn modelId="{782E0BE5-626C-43F2-8366-405E1EF5701A}" type="presParOf" srcId="{735CF436-F3CB-4237-B08E-0E8ED14EFEBF}" destId="{AC813B6A-737F-4868-8307-166565D1B30B}" srcOrd="0" destOrd="0" presId="urn:microsoft.com/office/officeart/2018/2/layout/IconLabelList"/>
    <dgm:cxn modelId="{1FEF20F5-B085-424B-A3A2-D6B9413C14DA}" type="presParOf" srcId="{735CF436-F3CB-4237-B08E-0E8ED14EFEBF}" destId="{534BC3E7-F6FB-42D4-A755-BD48DA436295}" srcOrd="1" destOrd="0" presId="urn:microsoft.com/office/officeart/2018/2/layout/IconLabelList"/>
    <dgm:cxn modelId="{CE589BB1-3CFF-4A2A-A63D-981C3D1F33ED}" type="presParOf" srcId="{735CF436-F3CB-4237-B08E-0E8ED14EFEBF}" destId="{2BCB3198-D9AB-4029-AD72-1B3642B4B3B5}" srcOrd="2" destOrd="0" presId="urn:microsoft.com/office/officeart/2018/2/layout/IconLabelList"/>
    <dgm:cxn modelId="{BD9FA189-C899-4CBF-86B3-108065D8193B}" type="presParOf" srcId="{A0D50156-0CC0-4E97-A38D-859E0C3E5102}" destId="{2C37A4D1-D49B-4D79-AD29-F9039C8C4CC6}" srcOrd="7" destOrd="0" presId="urn:microsoft.com/office/officeart/2018/2/layout/IconLabelList"/>
    <dgm:cxn modelId="{E20088EF-350C-43BB-979D-FBB75BA4AB79}" type="presParOf" srcId="{A0D50156-0CC0-4E97-A38D-859E0C3E5102}" destId="{454A1CA8-6A74-41C8-9905-60A59A123EF1}" srcOrd="8" destOrd="0" presId="urn:microsoft.com/office/officeart/2018/2/layout/IconLabelList"/>
    <dgm:cxn modelId="{58BE58D4-6021-4966-91CA-30F8DD289B78}" type="presParOf" srcId="{454A1CA8-6A74-41C8-9905-60A59A123EF1}" destId="{5BEFB096-3CE1-4193-B54E-24B1C2EDE422}" srcOrd="0" destOrd="0" presId="urn:microsoft.com/office/officeart/2018/2/layout/IconLabelList"/>
    <dgm:cxn modelId="{51CC5443-9836-4128-9216-8FC4C5EF7F17}" type="presParOf" srcId="{454A1CA8-6A74-41C8-9905-60A59A123EF1}" destId="{014A0983-0557-409E-9E8E-1E109D26D399}" srcOrd="1" destOrd="0" presId="urn:microsoft.com/office/officeart/2018/2/layout/IconLabelList"/>
    <dgm:cxn modelId="{740FD50F-DCA7-4738-A295-7957776E8D79}" type="presParOf" srcId="{454A1CA8-6A74-41C8-9905-60A59A123EF1}" destId="{20D4C1AF-B095-43C1-8B9A-568969446E27}" srcOrd="2" destOrd="0" presId="urn:microsoft.com/office/officeart/2018/2/layout/IconLabelList"/>
    <dgm:cxn modelId="{9870327A-9F21-46FF-8F9F-45090CB36562}" type="presParOf" srcId="{A0D50156-0CC0-4E97-A38D-859E0C3E5102}" destId="{C94C74B5-3AF8-46EE-B0C2-20138AF75AE7}" srcOrd="9" destOrd="0" presId="urn:microsoft.com/office/officeart/2018/2/layout/IconLabelList"/>
    <dgm:cxn modelId="{80186D77-BA56-4716-B5DA-3439B6720383}" type="presParOf" srcId="{A0D50156-0CC0-4E97-A38D-859E0C3E5102}" destId="{57E11814-1EB0-4681-B901-983231963E9A}" srcOrd="10" destOrd="0" presId="urn:microsoft.com/office/officeart/2018/2/layout/IconLabelList"/>
    <dgm:cxn modelId="{215D961E-FB09-4195-8DC9-D7A755211527}" type="presParOf" srcId="{57E11814-1EB0-4681-B901-983231963E9A}" destId="{20F12A00-4600-4B68-BDE5-AD1095B01970}" srcOrd="0" destOrd="0" presId="urn:microsoft.com/office/officeart/2018/2/layout/IconLabelList"/>
    <dgm:cxn modelId="{AEBF6C24-746B-498D-9663-044D6821DC85}" type="presParOf" srcId="{57E11814-1EB0-4681-B901-983231963E9A}" destId="{74B5216C-8837-4C5C-89A3-8E5B37AE1FAD}" srcOrd="1" destOrd="0" presId="urn:microsoft.com/office/officeart/2018/2/layout/IconLabelList"/>
    <dgm:cxn modelId="{F3A10E11-7FBF-4534-9B49-9C57BA035B21}" type="presParOf" srcId="{57E11814-1EB0-4681-B901-983231963E9A}" destId="{6C928705-33AD-45AF-B287-7B83B0C85EE6}" srcOrd="2" destOrd="0" presId="urn:microsoft.com/office/officeart/2018/2/layout/IconLabelList"/>
    <dgm:cxn modelId="{BE7DE03C-FC26-4B04-A498-1875B668AA12}" type="presParOf" srcId="{A0D50156-0CC0-4E97-A38D-859E0C3E5102}" destId="{8F60D0D3-0561-4690-8A5A-BBD170C21E37}" srcOrd="11" destOrd="0" presId="urn:microsoft.com/office/officeart/2018/2/layout/IconLabelList"/>
    <dgm:cxn modelId="{8CE4E374-37E8-460D-937A-1466ED1C3194}" type="presParOf" srcId="{A0D50156-0CC0-4E97-A38D-859E0C3E5102}" destId="{99AF2448-26CF-4563-9641-EAE8031E3654}" srcOrd="12" destOrd="0" presId="urn:microsoft.com/office/officeart/2018/2/layout/IconLabelList"/>
    <dgm:cxn modelId="{E440BFA6-1EF3-403A-9A53-1B5721BA96B4}" type="presParOf" srcId="{99AF2448-26CF-4563-9641-EAE8031E3654}" destId="{15E2647A-932D-4EDD-9ED3-6C898DDF2082}" srcOrd="0" destOrd="0" presId="urn:microsoft.com/office/officeart/2018/2/layout/IconLabelList"/>
    <dgm:cxn modelId="{D1E543C8-CDD0-49CA-BA5C-E69120512C40}" type="presParOf" srcId="{99AF2448-26CF-4563-9641-EAE8031E3654}" destId="{3D506177-DC8E-496A-97D5-DE080C283998}" srcOrd="1" destOrd="0" presId="urn:microsoft.com/office/officeart/2018/2/layout/IconLabelList"/>
    <dgm:cxn modelId="{57B1866A-06EF-4628-9CA7-473971AB7F49}" type="presParOf" srcId="{99AF2448-26CF-4563-9641-EAE8031E3654}" destId="{12C0EB15-138C-4ECE-8FC6-E6FB1D660DB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5C2B851-432E-4568-93DA-E4FD45CD806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5F3B01F-5CB3-4CBA-9C3A-3EBC040511B2}">
      <dgm:prSet/>
      <dgm:spPr/>
      <dgm:t>
        <a:bodyPr/>
        <a:lstStyle/>
        <a:p>
          <a:r>
            <a:rPr lang="en-US"/>
            <a:t>1. Handle 500+ concurrent users</a:t>
          </a:r>
        </a:p>
      </dgm:t>
    </dgm:pt>
    <dgm:pt modelId="{99E534A0-CAA3-4C10-8E0C-4714064DDF72}" type="parTrans" cxnId="{8E5EAB4B-A4A9-4707-93B3-646C0F7D7FFB}">
      <dgm:prSet/>
      <dgm:spPr/>
      <dgm:t>
        <a:bodyPr/>
        <a:lstStyle/>
        <a:p>
          <a:endParaRPr lang="en-US"/>
        </a:p>
      </dgm:t>
    </dgm:pt>
    <dgm:pt modelId="{470CA598-DA13-46D9-B21A-A7DE1233D3BC}" type="sibTrans" cxnId="{8E5EAB4B-A4A9-4707-93B3-646C0F7D7FFB}">
      <dgm:prSet/>
      <dgm:spPr/>
      <dgm:t>
        <a:bodyPr/>
        <a:lstStyle/>
        <a:p>
          <a:endParaRPr lang="en-US"/>
        </a:p>
      </dgm:t>
    </dgm:pt>
    <dgm:pt modelId="{C6DDA0D2-9695-4A2A-ABE9-0A4F2E40EEE7}">
      <dgm:prSet/>
      <dgm:spPr/>
      <dgm:t>
        <a:bodyPr/>
        <a:lstStyle/>
        <a:p>
          <a:r>
            <a:rPr lang="en-US"/>
            <a:t>2. Response &lt; 3s</a:t>
          </a:r>
        </a:p>
      </dgm:t>
    </dgm:pt>
    <dgm:pt modelId="{2CADD1C2-5EA3-466E-875F-57045E679B81}" type="parTrans" cxnId="{77E65CF3-4366-4BFC-84BD-D4A0B3BEB0A8}">
      <dgm:prSet/>
      <dgm:spPr/>
      <dgm:t>
        <a:bodyPr/>
        <a:lstStyle/>
        <a:p>
          <a:endParaRPr lang="en-US"/>
        </a:p>
      </dgm:t>
    </dgm:pt>
    <dgm:pt modelId="{72485AC9-9B6E-43BC-87DB-559D90A407DA}" type="sibTrans" cxnId="{77E65CF3-4366-4BFC-84BD-D4A0B3BEB0A8}">
      <dgm:prSet/>
      <dgm:spPr/>
      <dgm:t>
        <a:bodyPr/>
        <a:lstStyle/>
        <a:p>
          <a:endParaRPr lang="en-US"/>
        </a:p>
      </dgm:t>
    </dgm:pt>
    <dgm:pt modelId="{F3A1902E-1310-4F02-ADB0-5274E4742F2E}">
      <dgm:prSet/>
      <dgm:spPr/>
      <dgm:t>
        <a:bodyPr/>
        <a:lstStyle/>
        <a:p>
          <a:r>
            <a:rPr lang="en-US"/>
            <a:t>3. 99% uptime with cloud redundancy</a:t>
          </a:r>
        </a:p>
      </dgm:t>
    </dgm:pt>
    <dgm:pt modelId="{49A63AB0-6BE2-4921-92B8-69E4874048DD}" type="parTrans" cxnId="{D900A058-CE17-4520-A362-E130B701B80F}">
      <dgm:prSet/>
      <dgm:spPr/>
      <dgm:t>
        <a:bodyPr/>
        <a:lstStyle/>
        <a:p>
          <a:endParaRPr lang="en-US"/>
        </a:p>
      </dgm:t>
    </dgm:pt>
    <dgm:pt modelId="{415EB056-09DC-40C1-8955-156260780F76}" type="sibTrans" cxnId="{D900A058-CE17-4520-A362-E130B701B80F}">
      <dgm:prSet/>
      <dgm:spPr/>
      <dgm:t>
        <a:bodyPr/>
        <a:lstStyle/>
        <a:p>
          <a:endParaRPr lang="en-US"/>
        </a:p>
      </dgm:t>
    </dgm:pt>
    <dgm:pt modelId="{AF87229F-9455-4422-9A0A-C2288BDC77FE}" type="pres">
      <dgm:prSet presAssocID="{25C2B851-432E-4568-93DA-E4FD45CD80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6AB1076-236A-4070-91D6-418D2077F9E0}" type="pres">
      <dgm:prSet presAssocID="{75F3B01F-5CB3-4CBA-9C3A-3EBC040511B2}" presName="hierRoot1" presStyleCnt="0"/>
      <dgm:spPr/>
    </dgm:pt>
    <dgm:pt modelId="{C3AC0AE7-1BE2-4682-BA2C-D8AAD5BC5F2C}" type="pres">
      <dgm:prSet presAssocID="{75F3B01F-5CB3-4CBA-9C3A-3EBC040511B2}" presName="composite" presStyleCnt="0"/>
      <dgm:spPr/>
    </dgm:pt>
    <dgm:pt modelId="{00D14B0E-BA4A-4E11-8439-98FE6B43E6D7}" type="pres">
      <dgm:prSet presAssocID="{75F3B01F-5CB3-4CBA-9C3A-3EBC040511B2}" presName="background" presStyleLbl="node0" presStyleIdx="0" presStyleCnt="3"/>
      <dgm:spPr/>
    </dgm:pt>
    <dgm:pt modelId="{F7E21232-B7B8-40DD-9111-90DC1792EEC0}" type="pres">
      <dgm:prSet presAssocID="{75F3B01F-5CB3-4CBA-9C3A-3EBC040511B2}" presName="text" presStyleLbl="fgAcc0" presStyleIdx="0" presStyleCnt="3">
        <dgm:presLayoutVars>
          <dgm:chPref val="3"/>
        </dgm:presLayoutVars>
      </dgm:prSet>
      <dgm:spPr/>
    </dgm:pt>
    <dgm:pt modelId="{00B72EBB-AFDB-4891-8F7D-DC7062901B79}" type="pres">
      <dgm:prSet presAssocID="{75F3B01F-5CB3-4CBA-9C3A-3EBC040511B2}" presName="hierChild2" presStyleCnt="0"/>
      <dgm:spPr/>
    </dgm:pt>
    <dgm:pt modelId="{9488822F-252D-47FD-91A7-19B8D98D594C}" type="pres">
      <dgm:prSet presAssocID="{C6DDA0D2-9695-4A2A-ABE9-0A4F2E40EEE7}" presName="hierRoot1" presStyleCnt="0"/>
      <dgm:spPr/>
    </dgm:pt>
    <dgm:pt modelId="{2FCD76E4-932D-47F2-AFBA-499BE3B4B2AA}" type="pres">
      <dgm:prSet presAssocID="{C6DDA0D2-9695-4A2A-ABE9-0A4F2E40EEE7}" presName="composite" presStyleCnt="0"/>
      <dgm:spPr/>
    </dgm:pt>
    <dgm:pt modelId="{FE6963ED-447E-4BA0-A0EA-201075B41194}" type="pres">
      <dgm:prSet presAssocID="{C6DDA0D2-9695-4A2A-ABE9-0A4F2E40EEE7}" presName="background" presStyleLbl="node0" presStyleIdx="1" presStyleCnt="3"/>
      <dgm:spPr/>
    </dgm:pt>
    <dgm:pt modelId="{67CD4818-ABFE-4771-B963-FD323C74D131}" type="pres">
      <dgm:prSet presAssocID="{C6DDA0D2-9695-4A2A-ABE9-0A4F2E40EEE7}" presName="text" presStyleLbl="fgAcc0" presStyleIdx="1" presStyleCnt="3">
        <dgm:presLayoutVars>
          <dgm:chPref val="3"/>
        </dgm:presLayoutVars>
      </dgm:prSet>
      <dgm:spPr/>
    </dgm:pt>
    <dgm:pt modelId="{1717F623-298A-4656-8EF1-0EA8ADD876B6}" type="pres">
      <dgm:prSet presAssocID="{C6DDA0D2-9695-4A2A-ABE9-0A4F2E40EEE7}" presName="hierChild2" presStyleCnt="0"/>
      <dgm:spPr/>
    </dgm:pt>
    <dgm:pt modelId="{5EB7A42A-5359-4254-A706-429DB25FD5EC}" type="pres">
      <dgm:prSet presAssocID="{F3A1902E-1310-4F02-ADB0-5274E4742F2E}" presName="hierRoot1" presStyleCnt="0"/>
      <dgm:spPr/>
    </dgm:pt>
    <dgm:pt modelId="{3C358758-093D-45AD-BBE9-F55790282359}" type="pres">
      <dgm:prSet presAssocID="{F3A1902E-1310-4F02-ADB0-5274E4742F2E}" presName="composite" presStyleCnt="0"/>
      <dgm:spPr/>
    </dgm:pt>
    <dgm:pt modelId="{E79801AB-BE2E-44B8-B583-A3D0480E2876}" type="pres">
      <dgm:prSet presAssocID="{F3A1902E-1310-4F02-ADB0-5274E4742F2E}" presName="background" presStyleLbl="node0" presStyleIdx="2" presStyleCnt="3"/>
      <dgm:spPr/>
    </dgm:pt>
    <dgm:pt modelId="{30B6F71D-C13D-453C-B4D1-28B39C4F0D51}" type="pres">
      <dgm:prSet presAssocID="{F3A1902E-1310-4F02-ADB0-5274E4742F2E}" presName="text" presStyleLbl="fgAcc0" presStyleIdx="2" presStyleCnt="3">
        <dgm:presLayoutVars>
          <dgm:chPref val="3"/>
        </dgm:presLayoutVars>
      </dgm:prSet>
      <dgm:spPr/>
    </dgm:pt>
    <dgm:pt modelId="{93A5363D-C77A-4B26-9389-87DE16C1770B}" type="pres">
      <dgm:prSet presAssocID="{F3A1902E-1310-4F02-ADB0-5274E4742F2E}" presName="hierChild2" presStyleCnt="0"/>
      <dgm:spPr/>
    </dgm:pt>
  </dgm:ptLst>
  <dgm:cxnLst>
    <dgm:cxn modelId="{E0718210-2768-4FC7-8734-714C7C028226}" type="presOf" srcId="{25C2B851-432E-4568-93DA-E4FD45CD8060}" destId="{AF87229F-9455-4422-9A0A-C2288BDC77FE}" srcOrd="0" destOrd="0" presId="urn:microsoft.com/office/officeart/2005/8/layout/hierarchy1"/>
    <dgm:cxn modelId="{3DB75025-122C-4038-8E01-A9EF01A38C57}" type="presOf" srcId="{C6DDA0D2-9695-4A2A-ABE9-0A4F2E40EEE7}" destId="{67CD4818-ABFE-4771-B963-FD323C74D131}" srcOrd="0" destOrd="0" presId="urn:microsoft.com/office/officeart/2005/8/layout/hierarchy1"/>
    <dgm:cxn modelId="{8E5EAB4B-A4A9-4707-93B3-646C0F7D7FFB}" srcId="{25C2B851-432E-4568-93DA-E4FD45CD8060}" destId="{75F3B01F-5CB3-4CBA-9C3A-3EBC040511B2}" srcOrd="0" destOrd="0" parTransId="{99E534A0-CAA3-4C10-8E0C-4714064DDF72}" sibTransId="{470CA598-DA13-46D9-B21A-A7DE1233D3BC}"/>
    <dgm:cxn modelId="{D900A058-CE17-4520-A362-E130B701B80F}" srcId="{25C2B851-432E-4568-93DA-E4FD45CD8060}" destId="{F3A1902E-1310-4F02-ADB0-5274E4742F2E}" srcOrd="2" destOrd="0" parTransId="{49A63AB0-6BE2-4921-92B8-69E4874048DD}" sibTransId="{415EB056-09DC-40C1-8955-156260780F76}"/>
    <dgm:cxn modelId="{A46CBE84-136F-4B32-A0CC-0ABCA596F0B7}" type="presOf" srcId="{75F3B01F-5CB3-4CBA-9C3A-3EBC040511B2}" destId="{F7E21232-B7B8-40DD-9111-90DC1792EEC0}" srcOrd="0" destOrd="0" presId="urn:microsoft.com/office/officeart/2005/8/layout/hierarchy1"/>
    <dgm:cxn modelId="{EB1B7894-7D04-43E0-84A7-2FECFAD168B3}" type="presOf" srcId="{F3A1902E-1310-4F02-ADB0-5274E4742F2E}" destId="{30B6F71D-C13D-453C-B4D1-28B39C4F0D51}" srcOrd="0" destOrd="0" presId="urn:microsoft.com/office/officeart/2005/8/layout/hierarchy1"/>
    <dgm:cxn modelId="{77E65CF3-4366-4BFC-84BD-D4A0B3BEB0A8}" srcId="{25C2B851-432E-4568-93DA-E4FD45CD8060}" destId="{C6DDA0D2-9695-4A2A-ABE9-0A4F2E40EEE7}" srcOrd="1" destOrd="0" parTransId="{2CADD1C2-5EA3-466E-875F-57045E679B81}" sibTransId="{72485AC9-9B6E-43BC-87DB-559D90A407DA}"/>
    <dgm:cxn modelId="{6346BB7B-AAF8-483D-B058-CF23DC300254}" type="presParOf" srcId="{AF87229F-9455-4422-9A0A-C2288BDC77FE}" destId="{E6AB1076-236A-4070-91D6-418D2077F9E0}" srcOrd="0" destOrd="0" presId="urn:microsoft.com/office/officeart/2005/8/layout/hierarchy1"/>
    <dgm:cxn modelId="{AE0BFE11-17D6-4495-8D05-6B7ACDA93BEA}" type="presParOf" srcId="{E6AB1076-236A-4070-91D6-418D2077F9E0}" destId="{C3AC0AE7-1BE2-4682-BA2C-D8AAD5BC5F2C}" srcOrd="0" destOrd="0" presId="urn:microsoft.com/office/officeart/2005/8/layout/hierarchy1"/>
    <dgm:cxn modelId="{E311F69C-CEEE-4956-A0BF-42E627CA34F8}" type="presParOf" srcId="{C3AC0AE7-1BE2-4682-BA2C-D8AAD5BC5F2C}" destId="{00D14B0E-BA4A-4E11-8439-98FE6B43E6D7}" srcOrd="0" destOrd="0" presId="urn:microsoft.com/office/officeart/2005/8/layout/hierarchy1"/>
    <dgm:cxn modelId="{187D5353-844E-42F8-B831-F6AE2D04456B}" type="presParOf" srcId="{C3AC0AE7-1BE2-4682-BA2C-D8AAD5BC5F2C}" destId="{F7E21232-B7B8-40DD-9111-90DC1792EEC0}" srcOrd="1" destOrd="0" presId="urn:microsoft.com/office/officeart/2005/8/layout/hierarchy1"/>
    <dgm:cxn modelId="{BDF3CD8E-E399-4249-AED6-8DEA4EFAD9B4}" type="presParOf" srcId="{E6AB1076-236A-4070-91D6-418D2077F9E0}" destId="{00B72EBB-AFDB-4891-8F7D-DC7062901B79}" srcOrd="1" destOrd="0" presId="urn:microsoft.com/office/officeart/2005/8/layout/hierarchy1"/>
    <dgm:cxn modelId="{7E4643DE-7DB8-481C-AFF8-57D06D444AAE}" type="presParOf" srcId="{AF87229F-9455-4422-9A0A-C2288BDC77FE}" destId="{9488822F-252D-47FD-91A7-19B8D98D594C}" srcOrd="1" destOrd="0" presId="urn:microsoft.com/office/officeart/2005/8/layout/hierarchy1"/>
    <dgm:cxn modelId="{061AC5C2-20E5-4BE7-ADFC-743D4B3A1BCF}" type="presParOf" srcId="{9488822F-252D-47FD-91A7-19B8D98D594C}" destId="{2FCD76E4-932D-47F2-AFBA-499BE3B4B2AA}" srcOrd="0" destOrd="0" presId="urn:microsoft.com/office/officeart/2005/8/layout/hierarchy1"/>
    <dgm:cxn modelId="{36CED8D0-7224-4A16-B012-7185DD88D926}" type="presParOf" srcId="{2FCD76E4-932D-47F2-AFBA-499BE3B4B2AA}" destId="{FE6963ED-447E-4BA0-A0EA-201075B41194}" srcOrd="0" destOrd="0" presId="urn:microsoft.com/office/officeart/2005/8/layout/hierarchy1"/>
    <dgm:cxn modelId="{DBBEE550-4968-4527-9E03-E7B120D591AC}" type="presParOf" srcId="{2FCD76E4-932D-47F2-AFBA-499BE3B4B2AA}" destId="{67CD4818-ABFE-4771-B963-FD323C74D131}" srcOrd="1" destOrd="0" presId="urn:microsoft.com/office/officeart/2005/8/layout/hierarchy1"/>
    <dgm:cxn modelId="{2FD96B5E-D76F-429E-B2B3-89C7DE120AE9}" type="presParOf" srcId="{9488822F-252D-47FD-91A7-19B8D98D594C}" destId="{1717F623-298A-4656-8EF1-0EA8ADD876B6}" srcOrd="1" destOrd="0" presId="urn:microsoft.com/office/officeart/2005/8/layout/hierarchy1"/>
    <dgm:cxn modelId="{E207525F-FE1F-4534-8238-AE4E9B78D352}" type="presParOf" srcId="{AF87229F-9455-4422-9A0A-C2288BDC77FE}" destId="{5EB7A42A-5359-4254-A706-429DB25FD5EC}" srcOrd="2" destOrd="0" presId="urn:microsoft.com/office/officeart/2005/8/layout/hierarchy1"/>
    <dgm:cxn modelId="{DA03B297-65CC-4ABC-AECA-4258BEBCB5A5}" type="presParOf" srcId="{5EB7A42A-5359-4254-A706-429DB25FD5EC}" destId="{3C358758-093D-45AD-BBE9-F55790282359}" srcOrd="0" destOrd="0" presId="urn:microsoft.com/office/officeart/2005/8/layout/hierarchy1"/>
    <dgm:cxn modelId="{545E2B0F-03BE-4397-8B9C-A6E254495822}" type="presParOf" srcId="{3C358758-093D-45AD-BBE9-F55790282359}" destId="{E79801AB-BE2E-44B8-B583-A3D0480E2876}" srcOrd="0" destOrd="0" presId="urn:microsoft.com/office/officeart/2005/8/layout/hierarchy1"/>
    <dgm:cxn modelId="{967A0531-1A22-4945-8728-B1935E6EE0FA}" type="presParOf" srcId="{3C358758-093D-45AD-BBE9-F55790282359}" destId="{30B6F71D-C13D-453C-B4D1-28B39C4F0D51}" srcOrd="1" destOrd="0" presId="urn:microsoft.com/office/officeart/2005/8/layout/hierarchy1"/>
    <dgm:cxn modelId="{A06333D6-8BED-4D7A-8E2A-086C47DDD17F}" type="presParOf" srcId="{5EB7A42A-5359-4254-A706-429DB25FD5EC}" destId="{93A5363D-C77A-4B26-9389-87DE16C1770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BCDF11D-A15F-4E93-A6E6-24C14F1C10B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02E4D6FC-BB9A-4581-AF60-2970CFE4A49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Mindbody App</a:t>
          </a:r>
        </a:p>
      </dgm:t>
    </dgm:pt>
    <dgm:pt modelId="{831068FA-E143-4896-A855-FA83B0CF5663}" type="parTrans" cxnId="{F4653C69-DCD3-4A8D-A56A-390A0742995C}">
      <dgm:prSet/>
      <dgm:spPr/>
      <dgm:t>
        <a:bodyPr/>
        <a:lstStyle/>
        <a:p>
          <a:endParaRPr lang="en-US"/>
        </a:p>
      </dgm:t>
    </dgm:pt>
    <dgm:pt modelId="{8B6CC378-E6D7-4313-84C8-EA89C7E83E69}" type="sibTrans" cxnId="{F4653C69-DCD3-4A8D-A56A-390A0742995C}">
      <dgm:prSet/>
      <dgm:spPr/>
      <dgm:t>
        <a:bodyPr/>
        <a:lstStyle/>
        <a:p>
          <a:endParaRPr lang="en-US"/>
        </a:p>
      </dgm:t>
    </dgm:pt>
    <dgm:pt modelId="{BA32D17C-5A9A-4A9E-B04E-CB47844538F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Virtuagym</a:t>
          </a:r>
        </a:p>
      </dgm:t>
    </dgm:pt>
    <dgm:pt modelId="{CEAA3697-89A0-4D1A-86D3-0F1E0C7720E6}" type="parTrans" cxnId="{A84A8D76-2084-47A6-B399-6525AA0CBAA8}">
      <dgm:prSet/>
      <dgm:spPr/>
      <dgm:t>
        <a:bodyPr/>
        <a:lstStyle/>
        <a:p>
          <a:endParaRPr lang="en-US"/>
        </a:p>
      </dgm:t>
    </dgm:pt>
    <dgm:pt modelId="{F617D444-E7C8-4506-B42B-F4B5641A9C37}" type="sibTrans" cxnId="{A84A8D76-2084-47A6-B399-6525AA0CBAA8}">
      <dgm:prSet/>
      <dgm:spPr/>
      <dgm:t>
        <a:bodyPr/>
        <a:lstStyle/>
        <a:p>
          <a:endParaRPr lang="en-US"/>
        </a:p>
      </dgm:t>
    </dgm:pt>
    <dgm:pt modelId="{2E8B1402-4935-48CD-B908-6493BA0A27FB}" type="pres">
      <dgm:prSet presAssocID="{6BCDF11D-A15F-4E93-A6E6-24C14F1C10B9}" presName="root" presStyleCnt="0">
        <dgm:presLayoutVars>
          <dgm:dir/>
          <dgm:resizeHandles val="exact"/>
        </dgm:presLayoutVars>
      </dgm:prSet>
      <dgm:spPr/>
    </dgm:pt>
    <dgm:pt modelId="{C5435531-C163-4174-859A-EF3A1F057050}" type="pres">
      <dgm:prSet presAssocID="{02E4D6FC-BB9A-4581-AF60-2970CFE4A494}" presName="compNode" presStyleCnt="0"/>
      <dgm:spPr/>
    </dgm:pt>
    <dgm:pt modelId="{96ADC8EE-B2C2-48B8-9321-D7AF0A790E91}" type="pres">
      <dgm:prSet presAssocID="{02E4D6FC-BB9A-4581-AF60-2970CFE4A494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93C5F9EE-B053-411F-8CF7-88A10C313194}" type="pres">
      <dgm:prSet presAssocID="{02E4D6FC-BB9A-4581-AF60-2970CFE4A49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66FFE89C-A954-4000-B286-AF4B22FADFCC}" type="pres">
      <dgm:prSet presAssocID="{02E4D6FC-BB9A-4581-AF60-2970CFE4A494}" presName="spaceRect" presStyleCnt="0"/>
      <dgm:spPr/>
    </dgm:pt>
    <dgm:pt modelId="{6B44224D-0FF8-4025-9770-9F4DC299780E}" type="pres">
      <dgm:prSet presAssocID="{02E4D6FC-BB9A-4581-AF60-2970CFE4A494}" presName="textRect" presStyleLbl="revTx" presStyleIdx="0" presStyleCnt="2">
        <dgm:presLayoutVars>
          <dgm:chMax val="1"/>
          <dgm:chPref val="1"/>
        </dgm:presLayoutVars>
      </dgm:prSet>
      <dgm:spPr/>
    </dgm:pt>
    <dgm:pt modelId="{CE0C5789-B2EC-4D3F-9752-0018DD285E6F}" type="pres">
      <dgm:prSet presAssocID="{8B6CC378-E6D7-4313-84C8-EA89C7E83E69}" presName="sibTrans" presStyleCnt="0"/>
      <dgm:spPr/>
    </dgm:pt>
    <dgm:pt modelId="{BD00FB07-F4F3-4141-9CF3-44B8444D5609}" type="pres">
      <dgm:prSet presAssocID="{BA32D17C-5A9A-4A9E-B04E-CB47844538F6}" presName="compNode" presStyleCnt="0"/>
      <dgm:spPr/>
    </dgm:pt>
    <dgm:pt modelId="{0C4BF2ED-DBD9-4B98-880F-EF5006CD0A7A}" type="pres">
      <dgm:prSet presAssocID="{BA32D17C-5A9A-4A9E-B04E-CB47844538F6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F239B19-EAA7-484E-89D8-D3EFB60E5870}" type="pres">
      <dgm:prSet presAssocID="{BA32D17C-5A9A-4A9E-B04E-CB47844538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etti Ball"/>
        </a:ext>
      </dgm:extLst>
    </dgm:pt>
    <dgm:pt modelId="{B6952E0E-D9C0-4A0E-9FEF-D04E4558B113}" type="pres">
      <dgm:prSet presAssocID="{BA32D17C-5A9A-4A9E-B04E-CB47844538F6}" presName="spaceRect" presStyleCnt="0"/>
      <dgm:spPr/>
    </dgm:pt>
    <dgm:pt modelId="{47926DCE-94B8-42AF-8D9E-E1934C0915B0}" type="pres">
      <dgm:prSet presAssocID="{BA32D17C-5A9A-4A9E-B04E-CB47844538F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4653C69-DCD3-4A8D-A56A-390A0742995C}" srcId="{6BCDF11D-A15F-4E93-A6E6-24C14F1C10B9}" destId="{02E4D6FC-BB9A-4581-AF60-2970CFE4A494}" srcOrd="0" destOrd="0" parTransId="{831068FA-E143-4896-A855-FA83B0CF5663}" sibTransId="{8B6CC378-E6D7-4313-84C8-EA89C7E83E69}"/>
    <dgm:cxn modelId="{B319EF75-9D0F-465F-B13B-0353A6DDEE93}" type="presOf" srcId="{02E4D6FC-BB9A-4581-AF60-2970CFE4A494}" destId="{6B44224D-0FF8-4025-9770-9F4DC299780E}" srcOrd="0" destOrd="0" presId="urn:microsoft.com/office/officeart/2018/5/layout/IconLeafLabelList"/>
    <dgm:cxn modelId="{4FA46376-E864-4B07-95B4-F10DDCA3DEF0}" type="presOf" srcId="{6BCDF11D-A15F-4E93-A6E6-24C14F1C10B9}" destId="{2E8B1402-4935-48CD-B908-6493BA0A27FB}" srcOrd="0" destOrd="0" presId="urn:microsoft.com/office/officeart/2018/5/layout/IconLeafLabelList"/>
    <dgm:cxn modelId="{A84A8D76-2084-47A6-B399-6525AA0CBAA8}" srcId="{6BCDF11D-A15F-4E93-A6E6-24C14F1C10B9}" destId="{BA32D17C-5A9A-4A9E-B04E-CB47844538F6}" srcOrd="1" destOrd="0" parTransId="{CEAA3697-89A0-4D1A-86D3-0F1E0C7720E6}" sibTransId="{F617D444-E7C8-4506-B42B-F4B5641A9C37}"/>
    <dgm:cxn modelId="{4CA3FE98-1E21-4C8A-BB0F-46989C9414B3}" type="presOf" srcId="{BA32D17C-5A9A-4A9E-B04E-CB47844538F6}" destId="{47926DCE-94B8-42AF-8D9E-E1934C0915B0}" srcOrd="0" destOrd="0" presId="urn:microsoft.com/office/officeart/2018/5/layout/IconLeafLabelList"/>
    <dgm:cxn modelId="{D8D46085-7E81-46E2-927F-21099400E4B4}" type="presParOf" srcId="{2E8B1402-4935-48CD-B908-6493BA0A27FB}" destId="{C5435531-C163-4174-859A-EF3A1F057050}" srcOrd="0" destOrd="0" presId="urn:microsoft.com/office/officeart/2018/5/layout/IconLeafLabelList"/>
    <dgm:cxn modelId="{282163FE-D34E-4E05-BBC9-A29DB99D2328}" type="presParOf" srcId="{C5435531-C163-4174-859A-EF3A1F057050}" destId="{96ADC8EE-B2C2-48B8-9321-D7AF0A790E91}" srcOrd="0" destOrd="0" presId="urn:microsoft.com/office/officeart/2018/5/layout/IconLeafLabelList"/>
    <dgm:cxn modelId="{127784DF-2283-45AB-8508-9D81967B6BE8}" type="presParOf" srcId="{C5435531-C163-4174-859A-EF3A1F057050}" destId="{93C5F9EE-B053-411F-8CF7-88A10C313194}" srcOrd="1" destOrd="0" presId="urn:microsoft.com/office/officeart/2018/5/layout/IconLeafLabelList"/>
    <dgm:cxn modelId="{B84EBECC-7100-4058-A8A5-28E2B560F9E3}" type="presParOf" srcId="{C5435531-C163-4174-859A-EF3A1F057050}" destId="{66FFE89C-A954-4000-B286-AF4B22FADFCC}" srcOrd="2" destOrd="0" presId="urn:microsoft.com/office/officeart/2018/5/layout/IconLeafLabelList"/>
    <dgm:cxn modelId="{93446E6E-3DBA-419E-A912-E4844DA4CB0B}" type="presParOf" srcId="{C5435531-C163-4174-859A-EF3A1F057050}" destId="{6B44224D-0FF8-4025-9770-9F4DC299780E}" srcOrd="3" destOrd="0" presId="urn:microsoft.com/office/officeart/2018/5/layout/IconLeafLabelList"/>
    <dgm:cxn modelId="{281C8D1D-50F7-4E74-8871-2DC07E448D37}" type="presParOf" srcId="{2E8B1402-4935-48CD-B908-6493BA0A27FB}" destId="{CE0C5789-B2EC-4D3F-9752-0018DD285E6F}" srcOrd="1" destOrd="0" presId="urn:microsoft.com/office/officeart/2018/5/layout/IconLeafLabelList"/>
    <dgm:cxn modelId="{D7682E87-B279-42DA-B212-6B8640EEDDDA}" type="presParOf" srcId="{2E8B1402-4935-48CD-B908-6493BA0A27FB}" destId="{BD00FB07-F4F3-4141-9CF3-44B8444D5609}" srcOrd="2" destOrd="0" presId="urn:microsoft.com/office/officeart/2018/5/layout/IconLeafLabelList"/>
    <dgm:cxn modelId="{F4B799D4-6D15-43FE-B658-1A1FF541C231}" type="presParOf" srcId="{BD00FB07-F4F3-4141-9CF3-44B8444D5609}" destId="{0C4BF2ED-DBD9-4B98-880F-EF5006CD0A7A}" srcOrd="0" destOrd="0" presId="urn:microsoft.com/office/officeart/2018/5/layout/IconLeafLabelList"/>
    <dgm:cxn modelId="{DDC4D006-A09A-4AEE-8851-97CAA081715E}" type="presParOf" srcId="{BD00FB07-F4F3-4141-9CF3-44B8444D5609}" destId="{2F239B19-EAA7-484E-89D8-D3EFB60E5870}" srcOrd="1" destOrd="0" presId="urn:microsoft.com/office/officeart/2018/5/layout/IconLeafLabelList"/>
    <dgm:cxn modelId="{FECFD226-B842-4E06-B151-9036D7F51EB1}" type="presParOf" srcId="{BD00FB07-F4F3-4141-9CF3-44B8444D5609}" destId="{B6952E0E-D9C0-4A0E-9FEF-D04E4558B113}" srcOrd="2" destOrd="0" presId="urn:microsoft.com/office/officeart/2018/5/layout/IconLeafLabelList"/>
    <dgm:cxn modelId="{E93CA486-54DE-4A30-8E87-9C5D65305F67}" type="presParOf" srcId="{BD00FB07-F4F3-4141-9CF3-44B8444D5609}" destId="{47926DCE-94B8-42AF-8D9E-E1934C0915B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D57E56-B281-46BA-AE87-5B6763C18648}">
      <dsp:nvSpPr>
        <dsp:cNvPr id="0" name=""/>
        <dsp:cNvSpPr/>
      </dsp:nvSpPr>
      <dsp:spPr>
        <a:xfrm>
          <a:off x="2357" y="0"/>
          <a:ext cx="3624560" cy="378608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026" tIns="0" rIns="358026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Basic Software: Standard platform with all the available features. 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Starts at 500000 BDT/year</a:t>
          </a:r>
        </a:p>
      </dsp:txBody>
      <dsp:txXfrm>
        <a:off x="2357" y="1514431"/>
        <a:ext cx="3624560" cy="2271648"/>
      </dsp:txXfrm>
    </dsp:sp>
    <dsp:sp modelId="{C47661D9-BB9F-4554-BD8A-8E9A42776189}">
      <dsp:nvSpPr>
        <dsp:cNvPr id="0" name=""/>
        <dsp:cNvSpPr/>
      </dsp:nvSpPr>
      <dsp:spPr>
        <a:xfrm>
          <a:off x="2357" y="0"/>
          <a:ext cx="3624560" cy="151443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026" tIns="165100" rIns="358026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357" y="0"/>
        <a:ext cx="3624560" cy="1514432"/>
      </dsp:txXfrm>
    </dsp:sp>
    <dsp:sp modelId="{8FE34C6A-6F79-4319-82A4-94ACBFA515DD}">
      <dsp:nvSpPr>
        <dsp:cNvPr id="0" name=""/>
        <dsp:cNvSpPr/>
      </dsp:nvSpPr>
      <dsp:spPr>
        <a:xfrm>
          <a:off x="3916882" y="0"/>
          <a:ext cx="3624560" cy="378608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026" tIns="0" rIns="358026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Customized Plan: Branding, </a:t>
          </a:r>
          <a:r>
            <a:rPr lang="en-US" sz="2200" kern="1200" dirty="0" err="1"/>
            <a:t>custromized</a:t>
          </a:r>
          <a:r>
            <a:rPr lang="en-US" sz="2200" kern="1200" dirty="0"/>
            <a:t> dashboard &amp; analytics. 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Starts at 700000 BDT/year</a:t>
          </a:r>
        </a:p>
      </dsp:txBody>
      <dsp:txXfrm>
        <a:off x="3916882" y="1514431"/>
        <a:ext cx="3624560" cy="2271648"/>
      </dsp:txXfrm>
    </dsp:sp>
    <dsp:sp modelId="{9A923161-6EF3-4C8B-A2DD-62BE54FEA0AE}">
      <dsp:nvSpPr>
        <dsp:cNvPr id="0" name=""/>
        <dsp:cNvSpPr/>
      </dsp:nvSpPr>
      <dsp:spPr>
        <a:xfrm>
          <a:off x="3916882" y="0"/>
          <a:ext cx="3624560" cy="151443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026" tIns="165100" rIns="358026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916882" y="0"/>
        <a:ext cx="3624560" cy="15144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8C0E4A-25DD-45BE-BDA3-04138AE8CE5E}">
      <dsp:nvSpPr>
        <dsp:cNvPr id="0" name=""/>
        <dsp:cNvSpPr/>
      </dsp:nvSpPr>
      <dsp:spPr>
        <a:xfrm>
          <a:off x="441900" y="633040"/>
          <a:ext cx="1372500" cy="1372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C7C14E-5710-4FEF-940A-2DD153A04092}">
      <dsp:nvSpPr>
        <dsp:cNvPr id="0" name=""/>
        <dsp:cNvSpPr/>
      </dsp:nvSpPr>
      <dsp:spPr>
        <a:xfrm>
          <a:off x="7344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C8D10-3C9A-4028-9C50-489ED0941314}">
      <dsp:nvSpPr>
        <dsp:cNvPr id="0" name=""/>
        <dsp:cNvSpPr/>
      </dsp:nvSpPr>
      <dsp:spPr>
        <a:xfrm>
          <a:off x="31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Gym Owners – Manage gym operations</a:t>
          </a:r>
        </a:p>
      </dsp:txBody>
      <dsp:txXfrm>
        <a:off x="3150" y="2433040"/>
        <a:ext cx="2250000" cy="720000"/>
      </dsp:txXfrm>
    </dsp:sp>
    <dsp:sp modelId="{B24753D5-1CBD-4298-B1B8-C68E50F6B621}">
      <dsp:nvSpPr>
        <dsp:cNvPr id="0" name=""/>
        <dsp:cNvSpPr/>
      </dsp:nvSpPr>
      <dsp:spPr>
        <a:xfrm>
          <a:off x="3085650" y="633040"/>
          <a:ext cx="1372500" cy="1372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CF0886-3F4D-461E-A1AD-B9D448F7FB42}">
      <dsp:nvSpPr>
        <dsp:cNvPr id="0" name=""/>
        <dsp:cNvSpPr/>
      </dsp:nvSpPr>
      <dsp:spPr>
        <a:xfrm>
          <a:off x="337815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E5EA9-5C77-4602-BDD3-DE864578FE53}">
      <dsp:nvSpPr>
        <dsp:cNvPr id="0" name=""/>
        <dsp:cNvSpPr/>
      </dsp:nvSpPr>
      <dsp:spPr>
        <a:xfrm>
          <a:off x="264690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Trainers – Assign routines &amp; track progress</a:t>
          </a:r>
        </a:p>
      </dsp:txBody>
      <dsp:txXfrm>
        <a:off x="2646900" y="2433040"/>
        <a:ext cx="2250000" cy="720000"/>
      </dsp:txXfrm>
    </dsp:sp>
    <dsp:sp modelId="{BFE9F8CF-4390-4F0A-B8CA-01EF37AB58EE}">
      <dsp:nvSpPr>
        <dsp:cNvPr id="0" name=""/>
        <dsp:cNvSpPr/>
      </dsp:nvSpPr>
      <dsp:spPr>
        <a:xfrm>
          <a:off x="5729400" y="633040"/>
          <a:ext cx="1372500" cy="1372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ECCE07-7426-4640-80C6-92AC21A6AFA7}">
      <dsp:nvSpPr>
        <dsp:cNvPr id="0" name=""/>
        <dsp:cNvSpPr/>
      </dsp:nvSpPr>
      <dsp:spPr>
        <a:xfrm>
          <a:off x="60219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70819-BB06-44E6-A6E9-24A12E2F0CDB}">
      <dsp:nvSpPr>
        <dsp:cNvPr id="0" name=""/>
        <dsp:cNvSpPr/>
      </dsp:nvSpPr>
      <dsp:spPr>
        <a:xfrm>
          <a:off x="52906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Members – Get personalized plans and feedback</a:t>
          </a:r>
        </a:p>
      </dsp:txBody>
      <dsp:txXfrm>
        <a:off x="5290650" y="2433040"/>
        <a:ext cx="225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11DF07-F599-4935-AA4A-A5D80BD4C1F3}">
      <dsp:nvSpPr>
        <dsp:cNvPr id="0" name=""/>
        <dsp:cNvSpPr/>
      </dsp:nvSpPr>
      <dsp:spPr>
        <a:xfrm>
          <a:off x="592" y="441854"/>
          <a:ext cx="2401371" cy="28816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7202" tIns="0" rIns="23720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Basic: Trainer-assigned workouts.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Starts from 2000 BDT/month</a:t>
          </a:r>
        </a:p>
      </dsp:txBody>
      <dsp:txXfrm>
        <a:off x="592" y="1594512"/>
        <a:ext cx="2401371" cy="1728987"/>
      </dsp:txXfrm>
    </dsp:sp>
    <dsp:sp modelId="{E37B0FFE-D7B3-4F9C-A659-26DD2CD43121}">
      <dsp:nvSpPr>
        <dsp:cNvPr id="0" name=""/>
        <dsp:cNvSpPr/>
      </dsp:nvSpPr>
      <dsp:spPr>
        <a:xfrm>
          <a:off x="592" y="441854"/>
          <a:ext cx="2401371" cy="1152658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7202" tIns="165100" rIns="237202" bIns="16510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01</a:t>
          </a:r>
        </a:p>
      </dsp:txBody>
      <dsp:txXfrm>
        <a:off x="592" y="441854"/>
        <a:ext cx="2401371" cy="1152658"/>
      </dsp:txXfrm>
    </dsp:sp>
    <dsp:sp modelId="{90F1A52C-7BA8-409C-A15B-F79873B77842}">
      <dsp:nvSpPr>
        <dsp:cNvPr id="0" name=""/>
        <dsp:cNvSpPr/>
      </dsp:nvSpPr>
      <dsp:spPr>
        <a:xfrm>
          <a:off x="2594074" y="441854"/>
          <a:ext cx="2401371" cy="2881646"/>
        </a:xfrm>
        <a:prstGeom prst="rect">
          <a:avLst/>
        </a:prstGeom>
        <a:solidFill>
          <a:schemeClr val="accent5">
            <a:hueOff val="1063560"/>
            <a:satOff val="-11946"/>
            <a:lumOff val="-2549"/>
            <a:alphaOff val="0"/>
          </a:schemeClr>
        </a:solidFill>
        <a:ln w="15875" cap="flat" cmpd="sng" algn="ctr">
          <a:solidFill>
            <a:schemeClr val="accent5">
              <a:hueOff val="1063560"/>
              <a:satOff val="-11946"/>
              <a:lumOff val="-2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7202" tIns="0" rIns="23720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Medium: Includes diet and weekly feedback.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Starts from 4000 BDT/month</a:t>
          </a:r>
        </a:p>
      </dsp:txBody>
      <dsp:txXfrm>
        <a:off x="2594074" y="1594512"/>
        <a:ext cx="2401371" cy="1728987"/>
      </dsp:txXfrm>
    </dsp:sp>
    <dsp:sp modelId="{7FDE2E7B-AC13-406D-9382-80C1DC44A21F}">
      <dsp:nvSpPr>
        <dsp:cNvPr id="0" name=""/>
        <dsp:cNvSpPr/>
      </dsp:nvSpPr>
      <dsp:spPr>
        <a:xfrm>
          <a:off x="2594074" y="441854"/>
          <a:ext cx="2401371" cy="1152658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7202" tIns="165100" rIns="237202" bIns="16510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02</a:t>
          </a:r>
        </a:p>
      </dsp:txBody>
      <dsp:txXfrm>
        <a:off x="2594074" y="441854"/>
        <a:ext cx="2401371" cy="1152658"/>
      </dsp:txXfrm>
    </dsp:sp>
    <dsp:sp modelId="{0A7F1883-377B-46AE-B0FB-8E6932FC1F78}">
      <dsp:nvSpPr>
        <dsp:cNvPr id="0" name=""/>
        <dsp:cNvSpPr/>
      </dsp:nvSpPr>
      <dsp:spPr>
        <a:xfrm>
          <a:off x="5187556" y="441854"/>
          <a:ext cx="2401371" cy="2881646"/>
        </a:xfrm>
        <a:prstGeom prst="rect">
          <a:avLst/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accent5">
              <a:hueOff val="2127120"/>
              <a:satOff val="-23891"/>
              <a:lumOff val="-5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7202" tIns="0" rIns="23720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Premium: Analytics and full trainer access with hand-to-hand assistance.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Starts from 15000 BDT/month</a:t>
          </a:r>
        </a:p>
      </dsp:txBody>
      <dsp:txXfrm>
        <a:off x="5187556" y="1594512"/>
        <a:ext cx="2401371" cy="1728987"/>
      </dsp:txXfrm>
    </dsp:sp>
    <dsp:sp modelId="{DBFA846D-E67F-4826-83BD-BF82D2A2EA54}">
      <dsp:nvSpPr>
        <dsp:cNvPr id="0" name=""/>
        <dsp:cNvSpPr/>
      </dsp:nvSpPr>
      <dsp:spPr>
        <a:xfrm>
          <a:off x="5187556" y="441854"/>
          <a:ext cx="2401371" cy="1152658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7202" tIns="165100" rIns="237202" bIns="16510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03</a:t>
          </a:r>
        </a:p>
      </dsp:txBody>
      <dsp:txXfrm>
        <a:off x="5187556" y="441854"/>
        <a:ext cx="2401371" cy="11526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61FBF6-5FB4-405F-9890-622A560540D5}">
      <dsp:nvSpPr>
        <dsp:cNvPr id="0" name=""/>
        <dsp:cNvSpPr/>
      </dsp:nvSpPr>
      <dsp:spPr>
        <a:xfrm>
          <a:off x="820866" y="1809"/>
          <a:ext cx="870679" cy="8706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B4DE7B-2D64-44E2-8FDB-418D499F21CA}">
      <dsp:nvSpPr>
        <dsp:cNvPr id="0" name=""/>
        <dsp:cNvSpPr/>
      </dsp:nvSpPr>
      <dsp:spPr>
        <a:xfrm>
          <a:off x="1006421" y="187364"/>
          <a:ext cx="499570" cy="4995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4A748A-55F8-4870-8AEF-4D30B13F9EB2}">
      <dsp:nvSpPr>
        <dsp:cNvPr id="0" name=""/>
        <dsp:cNvSpPr/>
      </dsp:nvSpPr>
      <dsp:spPr>
        <a:xfrm>
          <a:off x="542534" y="1143684"/>
          <a:ext cx="1427343" cy="57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1. Digitalize gym management</a:t>
          </a:r>
        </a:p>
      </dsp:txBody>
      <dsp:txXfrm>
        <a:off x="542534" y="1143684"/>
        <a:ext cx="1427343" cy="570937"/>
      </dsp:txXfrm>
    </dsp:sp>
    <dsp:sp modelId="{9042822D-AFD2-4AB2-9992-DE4C4E592B7B}">
      <dsp:nvSpPr>
        <dsp:cNvPr id="0" name=""/>
        <dsp:cNvSpPr/>
      </dsp:nvSpPr>
      <dsp:spPr>
        <a:xfrm>
          <a:off x="2497995" y="1809"/>
          <a:ext cx="870679" cy="8706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7BBFF0-B417-46B8-9CF0-08F386C02FD8}">
      <dsp:nvSpPr>
        <dsp:cNvPr id="0" name=""/>
        <dsp:cNvSpPr/>
      </dsp:nvSpPr>
      <dsp:spPr>
        <a:xfrm>
          <a:off x="2683550" y="187364"/>
          <a:ext cx="499570" cy="4995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C36CC3-3075-4094-9875-F1D8BDCFA715}">
      <dsp:nvSpPr>
        <dsp:cNvPr id="0" name=""/>
        <dsp:cNvSpPr/>
      </dsp:nvSpPr>
      <dsp:spPr>
        <a:xfrm>
          <a:off x="2219663" y="1143684"/>
          <a:ext cx="1427343" cy="57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2. Personalize fitness &amp; diet plans</a:t>
          </a:r>
        </a:p>
      </dsp:txBody>
      <dsp:txXfrm>
        <a:off x="2219663" y="1143684"/>
        <a:ext cx="1427343" cy="570937"/>
      </dsp:txXfrm>
    </dsp:sp>
    <dsp:sp modelId="{D3166805-F7DA-4D71-A7AF-08CE5DB5C0AD}">
      <dsp:nvSpPr>
        <dsp:cNvPr id="0" name=""/>
        <dsp:cNvSpPr/>
      </dsp:nvSpPr>
      <dsp:spPr>
        <a:xfrm>
          <a:off x="4175124" y="1809"/>
          <a:ext cx="870679" cy="8706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D70A73-A619-492F-A741-C518FB263CE2}">
      <dsp:nvSpPr>
        <dsp:cNvPr id="0" name=""/>
        <dsp:cNvSpPr/>
      </dsp:nvSpPr>
      <dsp:spPr>
        <a:xfrm>
          <a:off x="4360679" y="187364"/>
          <a:ext cx="499570" cy="4995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97069-17F3-4F14-B02C-4F1AE07103EE}">
      <dsp:nvSpPr>
        <dsp:cNvPr id="0" name=""/>
        <dsp:cNvSpPr/>
      </dsp:nvSpPr>
      <dsp:spPr>
        <a:xfrm>
          <a:off x="3896792" y="1143684"/>
          <a:ext cx="1427343" cy="57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3. Enable trainer–member communication</a:t>
          </a:r>
        </a:p>
      </dsp:txBody>
      <dsp:txXfrm>
        <a:off x="3896792" y="1143684"/>
        <a:ext cx="1427343" cy="570937"/>
      </dsp:txXfrm>
    </dsp:sp>
    <dsp:sp modelId="{5126D9F4-DC81-42D6-BC33-EE7C9142D904}">
      <dsp:nvSpPr>
        <dsp:cNvPr id="0" name=""/>
        <dsp:cNvSpPr/>
      </dsp:nvSpPr>
      <dsp:spPr>
        <a:xfrm>
          <a:off x="5852253" y="1809"/>
          <a:ext cx="870679" cy="8706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90EECF-9E39-4C56-8FA0-96B99F23BBC5}">
      <dsp:nvSpPr>
        <dsp:cNvPr id="0" name=""/>
        <dsp:cNvSpPr/>
      </dsp:nvSpPr>
      <dsp:spPr>
        <a:xfrm>
          <a:off x="6037808" y="187364"/>
          <a:ext cx="499570" cy="4995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EC765-DA28-4599-8AC1-22303B69B98B}">
      <dsp:nvSpPr>
        <dsp:cNvPr id="0" name=""/>
        <dsp:cNvSpPr/>
      </dsp:nvSpPr>
      <dsp:spPr>
        <a:xfrm>
          <a:off x="5573921" y="1143684"/>
          <a:ext cx="1427343" cy="57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4. Provide progress tracking</a:t>
          </a:r>
        </a:p>
      </dsp:txBody>
      <dsp:txXfrm>
        <a:off x="5573921" y="1143684"/>
        <a:ext cx="1427343" cy="570937"/>
      </dsp:txXfrm>
    </dsp:sp>
    <dsp:sp modelId="{5B5DA097-667D-4B6B-98A1-A2642D4AC266}">
      <dsp:nvSpPr>
        <dsp:cNvPr id="0" name=""/>
        <dsp:cNvSpPr/>
      </dsp:nvSpPr>
      <dsp:spPr>
        <a:xfrm>
          <a:off x="3336560" y="2071457"/>
          <a:ext cx="870679" cy="8706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E18946-6FEB-4499-AE30-3025946DA56D}">
      <dsp:nvSpPr>
        <dsp:cNvPr id="0" name=""/>
        <dsp:cNvSpPr/>
      </dsp:nvSpPr>
      <dsp:spPr>
        <a:xfrm>
          <a:off x="3522114" y="2257012"/>
          <a:ext cx="499570" cy="4995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6DFF6-509F-4F0E-B77F-99DF9007F94F}">
      <dsp:nvSpPr>
        <dsp:cNvPr id="0" name=""/>
        <dsp:cNvSpPr/>
      </dsp:nvSpPr>
      <dsp:spPr>
        <a:xfrm>
          <a:off x="3058228" y="3213332"/>
          <a:ext cx="1427343" cy="57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5. Support multi-gym scalability</a:t>
          </a:r>
        </a:p>
      </dsp:txBody>
      <dsp:txXfrm>
        <a:off x="3058228" y="3213332"/>
        <a:ext cx="1427343" cy="5709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96358-4814-4DF7-BDE0-6C3E99C58E23}">
      <dsp:nvSpPr>
        <dsp:cNvPr id="0" name=""/>
        <dsp:cNvSpPr/>
      </dsp:nvSpPr>
      <dsp:spPr>
        <a:xfrm>
          <a:off x="0" y="689"/>
          <a:ext cx="5098256" cy="579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0F242-CE31-4B7E-96B5-43623446FB99}">
      <dsp:nvSpPr>
        <dsp:cNvPr id="0" name=""/>
        <dsp:cNvSpPr/>
      </dsp:nvSpPr>
      <dsp:spPr>
        <a:xfrm>
          <a:off x="175249" y="131040"/>
          <a:ext cx="318635" cy="3186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08A98-A7C4-42C5-8151-6F21E4C0B443}">
      <dsp:nvSpPr>
        <dsp:cNvPr id="0" name=""/>
        <dsp:cNvSpPr/>
      </dsp:nvSpPr>
      <dsp:spPr>
        <a:xfrm>
          <a:off x="669133" y="689"/>
          <a:ext cx="4429122" cy="579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313" tIns="61313" rIns="61313" bIns="6131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 Scope:</a:t>
          </a:r>
        </a:p>
      </dsp:txBody>
      <dsp:txXfrm>
        <a:off x="669133" y="689"/>
        <a:ext cx="4429122" cy="579336"/>
      </dsp:txXfrm>
    </dsp:sp>
    <dsp:sp modelId="{04D90F60-18C8-419D-844F-6D133F88CCB4}">
      <dsp:nvSpPr>
        <dsp:cNvPr id="0" name=""/>
        <dsp:cNvSpPr/>
      </dsp:nvSpPr>
      <dsp:spPr>
        <a:xfrm>
          <a:off x="0" y="724860"/>
          <a:ext cx="5098256" cy="579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2537B5-5670-42CF-A072-31F675657AD4}">
      <dsp:nvSpPr>
        <dsp:cNvPr id="0" name=""/>
        <dsp:cNvSpPr/>
      </dsp:nvSpPr>
      <dsp:spPr>
        <a:xfrm>
          <a:off x="175249" y="855211"/>
          <a:ext cx="318635" cy="3186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69287-DD97-4C46-91CA-2EC3815353C9}">
      <dsp:nvSpPr>
        <dsp:cNvPr id="0" name=""/>
        <dsp:cNvSpPr/>
      </dsp:nvSpPr>
      <dsp:spPr>
        <a:xfrm>
          <a:off x="669133" y="724860"/>
          <a:ext cx="4429122" cy="579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313" tIns="61313" rIns="61313" bIns="6131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Gym registration &amp; dashboard</a:t>
          </a:r>
        </a:p>
      </dsp:txBody>
      <dsp:txXfrm>
        <a:off x="669133" y="724860"/>
        <a:ext cx="4429122" cy="579336"/>
      </dsp:txXfrm>
    </dsp:sp>
    <dsp:sp modelId="{A09C9986-56EF-4A02-87EB-4E019FC1382A}">
      <dsp:nvSpPr>
        <dsp:cNvPr id="0" name=""/>
        <dsp:cNvSpPr/>
      </dsp:nvSpPr>
      <dsp:spPr>
        <a:xfrm>
          <a:off x="0" y="1449031"/>
          <a:ext cx="5098256" cy="579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3D6F63-EC50-4052-9EEE-4CF355C83D71}">
      <dsp:nvSpPr>
        <dsp:cNvPr id="0" name=""/>
        <dsp:cNvSpPr/>
      </dsp:nvSpPr>
      <dsp:spPr>
        <a:xfrm>
          <a:off x="175249" y="1579382"/>
          <a:ext cx="318635" cy="3186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6513FA-0885-4443-9FD0-346F5026C40E}">
      <dsp:nvSpPr>
        <dsp:cNvPr id="0" name=""/>
        <dsp:cNvSpPr/>
      </dsp:nvSpPr>
      <dsp:spPr>
        <a:xfrm>
          <a:off x="669133" y="1449031"/>
          <a:ext cx="4429122" cy="579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313" tIns="61313" rIns="61313" bIns="6131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Trainer-member management</a:t>
          </a:r>
        </a:p>
      </dsp:txBody>
      <dsp:txXfrm>
        <a:off x="669133" y="1449031"/>
        <a:ext cx="4429122" cy="579336"/>
      </dsp:txXfrm>
    </dsp:sp>
    <dsp:sp modelId="{779AC80A-E7D7-4843-A0BA-21D6E70BE1D7}">
      <dsp:nvSpPr>
        <dsp:cNvPr id="0" name=""/>
        <dsp:cNvSpPr/>
      </dsp:nvSpPr>
      <dsp:spPr>
        <a:xfrm>
          <a:off x="0" y="2173202"/>
          <a:ext cx="5098256" cy="579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07C4D-103E-49FA-9593-99E9BF431B51}">
      <dsp:nvSpPr>
        <dsp:cNvPr id="0" name=""/>
        <dsp:cNvSpPr/>
      </dsp:nvSpPr>
      <dsp:spPr>
        <a:xfrm>
          <a:off x="175249" y="2303552"/>
          <a:ext cx="318635" cy="3186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B58B2-F272-4B94-949C-FC482BC56DBE}">
      <dsp:nvSpPr>
        <dsp:cNvPr id="0" name=""/>
        <dsp:cNvSpPr/>
      </dsp:nvSpPr>
      <dsp:spPr>
        <a:xfrm>
          <a:off x="669133" y="2173202"/>
          <a:ext cx="4429122" cy="579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313" tIns="61313" rIns="61313" bIns="6131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Personalized diet &amp; exercise</a:t>
          </a:r>
        </a:p>
      </dsp:txBody>
      <dsp:txXfrm>
        <a:off x="669133" y="2173202"/>
        <a:ext cx="4429122" cy="579336"/>
      </dsp:txXfrm>
    </dsp:sp>
    <dsp:sp modelId="{2AEF2E8C-646A-42FD-9653-ADAF0BF43ECF}">
      <dsp:nvSpPr>
        <dsp:cNvPr id="0" name=""/>
        <dsp:cNvSpPr/>
      </dsp:nvSpPr>
      <dsp:spPr>
        <a:xfrm>
          <a:off x="0" y="2897373"/>
          <a:ext cx="5098256" cy="579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CD15A3-7645-4283-9022-29A134403145}">
      <dsp:nvSpPr>
        <dsp:cNvPr id="0" name=""/>
        <dsp:cNvSpPr/>
      </dsp:nvSpPr>
      <dsp:spPr>
        <a:xfrm>
          <a:off x="175249" y="3027723"/>
          <a:ext cx="318635" cy="31863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B1D8E5-AF88-4830-BBAF-B7CD6B871916}">
      <dsp:nvSpPr>
        <dsp:cNvPr id="0" name=""/>
        <dsp:cNvSpPr/>
      </dsp:nvSpPr>
      <dsp:spPr>
        <a:xfrm>
          <a:off x="669133" y="2897373"/>
          <a:ext cx="4429122" cy="579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313" tIns="61313" rIns="61313" bIns="6131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Video upload &amp; feedback</a:t>
          </a:r>
        </a:p>
      </dsp:txBody>
      <dsp:txXfrm>
        <a:off x="669133" y="2897373"/>
        <a:ext cx="4429122" cy="579336"/>
      </dsp:txXfrm>
    </dsp:sp>
    <dsp:sp modelId="{461125AF-2B5E-41D5-AE95-EB00083BCF64}">
      <dsp:nvSpPr>
        <dsp:cNvPr id="0" name=""/>
        <dsp:cNvSpPr/>
      </dsp:nvSpPr>
      <dsp:spPr>
        <a:xfrm>
          <a:off x="0" y="3621543"/>
          <a:ext cx="5098256" cy="579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45BAF6-0F65-4CB9-89D1-D39095142902}">
      <dsp:nvSpPr>
        <dsp:cNvPr id="0" name=""/>
        <dsp:cNvSpPr/>
      </dsp:nvSpPr>
      <dsp:spPr>
        <a:xfrm>
          <a:off x="175249" y="3751894"/>
          <a:ext cx="318635" cy="31863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171CC-E0AE-4B4C-8E29-D19A81255F61}">
      <dsp:nvSpPr>
        <dsp:cNvPr id="0" name=""/>
        <dsp:cNvSpPr/>
      </dsp:nvSpPr>
      <dsp:spPr>
        <a:xfrm>
          <a:off x="669133" y="3621543"/>
          <a:ext cx="4429122" cy="579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313" tIns="61313" rIns="61313" bIns="6131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Out of Scope:</a:t>
          </a:r>
        </a:p>
      </dsp:txBody>
      <dsp:txXfrm>
        <a:off x="669133" y="3621543"/>
        <a:ext cx="4429122" cy="579336"/>
      </dsp:txXfrm>
    </dsp:sp>
    <dsp:sp modelId="{5144CBF5-7AB7-4823-9CA6-5748262327BB}">
      <dsp:nvSpPr>
        <dsp:cNvPr id="0" name=""/>
        <dsp:cNvSpPr/>
      </dsp:nvSpPr>
      <dsp:spPr>
        <a:xfrm>
          <a:off x="0" y="4345714"/>
          <a:ext cx="5098256" cy="579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8FA6F2-3A06-48CF-A15F-0037488FFC3B}">
      <dsp:nvSpPr>
        <dsp:cNvPr id="0" name=""/>
        <dsp:cNvSpPr/>
      </dsp:nvSpPr>
      <dsp:spPr>
        <a:xfrm>
          <a:off x="175249" y="4476065"/>
          <a:ext cx="318635" cy="31863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F2367-ADAF-4D57-9701-377B281E2A36}">
      <dsp:nvSpPr>
        <dsp:cNvPr id="0" name=""/>
        <dsp:cNvSpPr/>
      </dsp:nvSpPr>
      <dsp:spPr>
        <a:xfrm>
          <a:off x="669133" y="4345714"/>
          <a:ext cx="4429122" cy="579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313" tIns="61313" rIns="61313" bIns="6131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AI recommendation system</a:t>
          </a:r>
        </a:p>
      </dsp:txBody>
      <dsp:txXfrm>
        <a:off x="669133" y="4345714"/>
        <a:ext cx="4429122" cy="579336"/>
      </dsp:txXfrm>
    </dsp:sp>
    <dsp:sp modelId="{470E0C22-82B6-4583-BF80-B518554AB800}">
      <dsp:nvSpPr>
        <dsp:cNvPr id="0" name=""/>
        <dsp:cNvSpPr/>
      </dsp:nvSpPr>
      <dsp:spPr>
        <a:xfrm>
          <a:off x="0" y="5069885"/>
          <a:ext cx="5098256" cy="579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9417A5-D4B0-4CB1-9E9A-34848446E84C}">
      <dsp:nvSpPr>
        <dsp:cNvPr id="0" name=""/>
        <dsp:cNvSpPr/>
      </dsp:nvSpPr>
      <dsp:spPr>
        <a:xfrm>
          <a:off x="175249" y="5200236"/>
          <a:ext cx="318635" cy="318635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3EDDC4-6799-498E-B6C7-173564479692}">
      <dsp:nvSpPr>
        <dsp:cNvPr id="0" name=""/>
        <dsp:cNvSpPr/>
      </dsp:nvSpPr>
      <dsp:spPr>
        <a:xfrm>
          <a:off x="669133" y="5069885"/>
          <a:ext cx="4429122" cy="579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313" tIns="61313" rIns="61313" bIns="6131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• Payment management</a:t>
          </a:r>
        </a:p>
      </dsp:txBody>
      <dsp:txXfrm>
        <a:off x="669133" y="5069885"/>
        <a:ext cx="4429122" cy="5793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358EDD-59AA-45BD-8811-77520252B4F2}">
      <dsp:nvSpPr>
        <dsp:cNvPr id="0" name=""/>
        <dsp:cNvSpPr/>
      </dsp:nvSpPr>
      <dsp:spPr>
        <a:xfrm>
          <a:off x="574666" y="58595"/>
          <a:ext cx="1349492" cy="134949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A6B35D-AAE7-42B2-8A8C-99AAB6038C35}">
      <dsp:nvSpPr>
        <dsp:cNvPr id="0" name=""/>
        <dsp:cNvSpPr/>
      </dsp:nvSpPr>
      <dsp:spPr>
        <a:xfrm>
          <a:off x="862262" y="346191"/>
          <a:ext cx="774298" cy="7742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37A56E-E765-486C-94FA-B5D8C66A4299}">
      <dsp:nvSpPr>
        <dsp:cNvPr id="0" name=""/>
        <dsp:cNvSpPr/>
      </dsp:nvSpPr>
      <dsp:spPr>
        <a:xfrm>
          <a:off x="143271" y="1828420"/>
          <a:ext cx="221228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Data privacy breaches – Use encryption &amp; authentication</a:t>
          </a:r>
        </a:p>
      </dsp:txBody>
      <dsp:txXfrm>
        <a:off x="143271" y="1828420"/>
        <a:ext cx="2212282" cy="720000"/>
      </dsp:txXfrm>
    </dsp:sp>
    <dsp:sp modelId="{481C012C-F604-4A8A-97B8-9910AA284D66}">
      <dsp:nvSpPr>
        <dsp:cNvPr id="0" name=""/>
        <dsp:cNvSpPr/>
      </dsp:nvSpPr>
      <dsp:spPr>
        <a:xfrm>
          <a:off x="3174097" y="58595"/>
          <a:ext cx="1349492" cy="134949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6AA0D6-023B-4430-8EF9-D691F971891E}">
      <dsp:nvSpPr>
        <dsp:cNvPr id="0" name=""/>
        <dsp:cNvSpPr/>
      </dsp:nvSpPr>
      <dsp:spPr>
        <a:xfrm>
          <a:off x="3461694" y="346191"/>
          <a:ext cx="774298" cy="7742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FD465-CEEC-4B65-A485-BA678DEF91D7}">
      <dsp:nvSpPr>
        <dsp:cNvPr id="0" name=""/>
        <dsp:cNvSpPr/>
      </dsp:nvSpPr>
      <dsp:spPr>
        <a:xfrm>
          <a:off x="2742702" y="1828420"/>
          <a:ext cx="221228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Server downtime – Cloud hosting</a:t>
          </a:r>
        </a:p>
      </dsp:txBody>
      <dsp:txXfrm>
        <a:off x="2742702" y="1828420"/>
        <a:ext cx="2212282" cy="720000"/>
      </dsp:txXfrm>
    </dsp:sp>
    <dsp:sp modelId="{007AB4F4-7BBA-4D53-8D8D-D7DA285F90E0}">
      <dsp:nvSpPr>
        <dsp:cNvPr id="0" name=""/>
        <dsp:cNvSpPr/>
      </dsp:nvSpPr>
      <dsp:spPr>
        <a:xfrm>
          <a:off x="574666" y="3101491"/>
          <a:ext cx="1349492" cy="134949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D16289-B6C1-4A8B-BB00-F2D38642FAB0}">
      <dsp:nvSpPr>
        <dsp:cNvPr id="0" name=""/>
        <dsp:cNvSpPr/>
      </dsp:nvSpPr>
      <dsp:spPr>
        <a:xfrm>
          <a:off x="862262" y="3389087"/>
          <a:ext cx="774298" cy="7742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EC8E88-CE62-4395-A6A1-2FFEAABE8887}">
      <dsp:nvSpPr>
        <dsp:cNvPr id="0" name=""/>
        <dsp:cNvSpPr/>
      </dsp:nvSpPr>
      <dsp:spPr>
        <a:xfrm>
          <a:off x="143271" y="4871316"/>
          <a:ext cx="221228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Low adoption – Simple UX design</a:t>
          </a:r>
        </a:p>
      </dsp:txBody>
      <dsp:txXfrm>
        <a:off x="143271" y="4871316"/>
        <a:ext cx="2212282" cy="720000"/>
      </dsp:txXfrm>
    </dsp:sp>
    <dsp:sp modelId="{34EEBBEE-F1EA-4551-BE22-B6511C5781B7}">
      <dsp:nvSpPr>
        <dsp:cNvPr id="0" name=""/>
        <dsp:cNvSpPr/>
      </dsp:nvSpPr>
      <dsp:spPr>
        <a:xfrm>
          <a:off x="3174097" y="3101491"/>
          <a:ext cx="1349492" cy="1349492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F1D06-B24B-4E3E-B4C3-6C7B800701A2}">
      <dsp:nvSpPr>
        <dsp:cNvPr id="0" name=""/>
        <dsp:cNvSpPr/>
      </dsp:nvSpPr>
      <dsp:spPr>
        <a:xfrm>
          <a:off x="3461694" y="3389087"/>
          <a:ext cx="774298" cy="7742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3B35B-C195-4FF6-911C-B822378C4009}">
      <dsp:nvSpPr>
        <dsp:cNvPr id="0" name=""/>
        <dsp:cNvSpPr/>
      </dsp:nvSpPr>
      <dsp:spPr>
        <a:xfrm>
          <a:off x="2742702" y="4871316"/>
          <a:ext cx="221228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Feature complexity – Incremental modules</a:t>
          </a:r>
        </a:p>
      </dsp:txBody>
      <dsp:txXfrm>
        <a:off x="2742702" y="4871316"/>
        <a:ext cx="2212282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B0874-B140-4447-853E-DE3B1E54B8A3}">
      <dsp:nvSpPr>
        <dsp:cNvPr id="0" name=""/>
        <dsp:cNvSpPr/>
      </dsp:nvSpPr>
      <dsp:spPr>
        <a:xfrm>
          <a:off x="1207112" y="50295"/>
          <a:ext cx="762703" cy="7627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981C74-E3B8-4AEC-80F9-B80054793D30}">
      <dsp:nvSpPr>
        <dsp:cNvPr id="0" name=""/>
        <dsp:cNvSpPr/>
      </dsp:nvSpPr>
      <dsp:spPr>
        <a:xfrm>
          <a:off x="1367280" y="210462"/>
          <a:ext cx="442367" cy="442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5BFB2A-463E-4EDD-90D7-88C2B0FDDFD2}">
      <dsp:nvSpPr>
        <dsp:cNvPr id="0" name=""/>
        <dsp:cNvSpPr/>
      </dsp:nvSpPr>
      <dsp:spPr>
        <a:xfrm>
          <a:off x="2133252" y="50295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Kettlebell bridges gyms, trainers &amp; members with smart tools:</a:t>
          </a:r>
        </a:p>
      </dsp:txBody>
      <dsp:txXfrm>
        <a:off x="2133252" y="50295"/>
        <a:ext cx="1797800" cy="762703"/>
      </dsp:txXfrm>
    </dsp:sp>
    <dsp:sp modelId="{91560E21-DED6-4BC6-BC8B-B61514E1D064}">
      <dsp:nvSpPr>
        <dsp:cNvPr id="0" name=""/>
        <dsp:cNvSpPr/>
      </dsp:nvSpPr>
      <dsp:spPr>
        <a:xfrm>
          <a:off x="4244305" y="50295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006177-E5C5-4FFF-A733-27BD5DDF1960}">
      <dsp:nvSpPr>
        <dsp:cNvPr id="0" name=""/>
        <dsp:cNvSpPr/>
      </dsp:nvSpPr>
      <dsp:spPr>
        <a:xfrm>
          <a:off x="4404473" y="210462"/>
          <a:ext cx="442367" cy="442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3C805F-1785-48AC-B55A-55727242492F}">
      <dsp:nvSpPr>
        <dsp:cNvPr id="0" name=""/>
        <dsp:cNvSpPr/>
      </dsp:nvSpPr>
      <dsp:spPr>
        <a:xfrm>
          <a:off x="5170445" y="50295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Personalized plans</a:t>
          </a:r>
        </a:p>
      </dsp:txBody>
      <dsp:txXfrm>
        <a:off x="5170445" y="50295"/>
        <a:ext cx="1797800" cy="762703"/>
      </dsp:txXfrm>
    </dsp:sp>
    <dsp:sp modelId="{00830886-EE7B-4588-91AC-5BED242A30F7}">
      <dsp:nvSpPr>
        <dsp:cNvPr id="0" name=""/>
        <dsp:cNvSpPr/>
      </dsp:nvSpPr>
      <dsp:spPr>
        <a:xfrm>
          <a:off x="1207112" y="1428269"/>
          <a:ext cx="762703" cy="76270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09CEC5-5232-4C6A-98EE-87B7B3C898C2}">
      <dsp:nvSpPr>
        <dsp:cNvPr id="0" name=""/>
        <dsp:cNvSpPr/>
      </dsp:nvSpPr>
      <dsp:spPr>
        <a:xfrm>
          <a:off x="1367280" y="1588437"/>
          <a:ext cx="442367" cy="4423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AD08B-8CD3-421F-8221-243F2C355BF0}">
      <dsp:nvSpPr>
        <dsp:cNvPr id="0" name=""/>
        <dsp:cNvSpPr/>
      </dsp:nvSpPr>
      <dsp:spPr>
        <a:xfrm>
          <a:off x="2133252" y="1428269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Trainer feedback via video</a:t>
          </a:r>
        </a:p>
      </dsp:txBody>
      <dsp:txXfrm>
        <a:off x="2133252" y="1428269"/>
        <a:ext cx="1797800" cy="762703"/>
      </dsp:txXfrm>
    </dsp:sp>
    <dsp:sp modelId="{1C67A049-0E70-4EC1-BA88-4980B03E8546}">
      <dsp:nvSpPr>
        <dsp:cNvPr id="0" name=""/>
        <dsp:cNvSpPr/>
      </dsp:nvSpPr>
      <dsp:spPr>
        <a:xfrm>
          <a:off x="4244305" y="1428269"/>
          <a:ext cx="762703" cy="76270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72AB6-D61B-4921-9EBC-BCD9879EE7B9}">
      <dsp:nvSpPr>
        <dsp:cNvPr id="0" name=""/>
        <dsp:cNvSpPr/>
      </dsp:nvSpPr>
      <dsp:spPr>
        <a:xfrm>
          <a:off x="4404473" y="1588437"/>
          <a:ext cx="442367" cy="4423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D8DFF-7D93-4666-AD21-37EE6907F038}">
      <dsp:nvSpPr>
        <dsp:cNvPr id="0" name=""/>
        <dsp:cNvSpPr/>
      </dsp:nvSpPr>
      <dsp:spPr>
        <a:xfrm>
          <a:off x="5170445" y="1428269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Centralized data &amp; reports</a:t>
          </a:r>
        </a:p>
      </dsp:txBody>
      <dsp:txXfrm>
        <a:off x="5170445" y="1428269"/>
        <a:ext cx="1797800" cy="762703"/>
      </dsp:txXfrm>
    </dsp:sp>
    <dsp:sp modelId="{0E3649A1-EC5E-4B61-8C51-0427AE569E6E}">
      <dsp:nvSpPr>
        <dsp:cNvPr id="0" name=""/>
        <dsp:cNvSpPr/>
      </dsp:nvSpPr>
      <dsp:spPr>
        <a:xfrm>
          <a:off x="1207112" y="2806243"/>
          <a:ext cx="762703" cy="76270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FA7C31-0D65-429C-979C-197A10985F99}">
      <dsp:nvSpPr>
        <dsp:cNvPr id="0" name=""/>
        <dsp:cNvSpPr/>
      </dsp:nvSpPr>
      <dsp:spPr>
        <a:xfrm>
          <a:off x="1367280" y="2966411"/>
          <a:ext cx="442367" cy="4423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44B89-23CD-4F22-83BD-D11B68B7DAC8}">
      <dsp:nvSpPr>
        <dsp:cNvPr id="0" name=""/>
        <dsp:cNvSpPr/>
      </dsp:nvSpPr>
      <dsp:spPr>
        <a:xfrm>
          <a:off x="2133252" y="2806243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Transparent performance tracking</a:t>
          </a:r>
        </a:p>
      </dsp:txBody>
      <dsp:txXfrm>
        <a:off x="2133252" y="2806243"/>
        <a:ext cx="1797800" cy="76270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DEC074-8BF0-4E94-9D92-ECF6424F2AE1}">
      <dsp:nvSpPr>
        <dsp:cNvPr id="0" name=""/>
        <dsp:cNvSpPr/>
      </dsp:nvSpPr>
      <dsp:spPr>
        <a:xfrm>
          <a:off x="1043357" y="327344"/>
          <a:ext cx="617783" cy="6177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D8DADB-307F-4A25-8F77-EE3ED9F9CA4D}">
      <dsp:nvSpPr>
        <dsp:cNvPr id="0" name=""/>
        <dsp:cNvSpPr/>
      </dsp:nvSpPr>
      <dsp:spPr>
        <a:xfrm>
          <a:off x="665823" y="1172292"/>
          <a:ext cx="1372851" cy="54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1. Gym registration</a:t>
          </a:r>
        </a:p>
      </dsp:txBody>
      <dsp:txXfrm>
        <a:off x="665823" y="1172292"/>
        <a:ext cx="1372851" cy="549140"/>
      </dsp:txXfrm>
    </dsp:sp>
    <dsp:sp modelId="{44D25C83-C15D-41EB-91BF-1C8D794F5B60}">
      <dsp:nvSpPr>
        <dsp:cNvPr id="0" name=""/>
        <dsp:cNvSpPr/>
      </dsp:nvSpPr>
      <dsp:spPr>
        <a:xfrm>
          <a:off x="2656458" y="327344"/>
          <a:ext cx="617783" cy="6177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D6B65-F601-4055-A2B9-A1B14E9FBBE8}">
      <dsp:nvSpPr>
        <dsp:cNvPr id="0" name=""/>
        <dsp:cNvSpPr/>
      </dsp:nvSpPr>
      <dsp:spPr>
        <a:xfrm>
          <a:off x="2278923" y="1172292"/>
          <a:ext cx="1372851" cy="54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2. Trainer plan assignment</a:t>
          </a:r>
        </a:p>
      </dsp:txBody>
      <dsp:txXfrm>
        <a:off x="2278923" y="1172292"/>
        <a:ext cx="1372851" cy="549140"/>
      </dsp:txXfrm>
    </dsp:sp>
    <dsp:sp modelId="{577B8871-87C5-4982-B094-3EA695AF9BDF}">
      <dsp:nvSpPr>
        <dsp:cNvPr id="0" name=""/>
        <dsp:cNvSpPr/>
      </dsp:nvSpPr>
      <dsp:spPr>
        <a:xfrm>
          <a:off x="4269558" y="327344"/>
          <a:ext cx="617783" cy="6177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92B981-2A47-4612-8B97-4D24A6CAF255}">
      <dsp:nvSpPr>
        <dsp:cNvPr id="0" name=""/>
        <dsp:cNvSpPr/>
      </dsp:nvSpPr>
      <dsp:spPr>
        <a:xfrm>
          <a:off x="3892024" y="1172292"/>
          <a:ext cx="1372851" cy="54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3. Member routine viewing</a:t>
          </a:r>
        </a:p>
      </dsp:txBody>
      <dsp:txXfrm>
        <a:off x="3892024" y="1172292"/>
        <a:ext cx="1372851" cy="549140"/>
      </dsp:txXfrm>
    </dsp:sp>
    <dsp:sp modelId="{AC813B6A-737F-4868-8307-166565D1B30B}">
      <dsp:nvSpPr>
        <dsp:cNvPr id="0" name=""/>
        <dsp:cNvSpPr/>
      </dsp:nvSpPr>
      <dsp:spPr>
        <a:xfrm>
          <a:off x="5882659" y="327344"/>
          <a:ext cx="617783" cy="6177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B3198-D9AB-4029-AD72-1B3642B4B3B5}">
      <dsp:nvSpPr>
        <dsp:cNvPr id="0" name=""/>
        <dsp:cNvSpPr/>
      </dsp:nvSpPr>
      <dsp:spPr>
        <a:xfrm>
          <a:off x="5505125" y="1172292"/>
          <a:ext cx="1372851" cy="54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4. Video upload for feedback</a:t>
          </a:r>
        </a:p>
      </dsp:txBody>
      <dsp:txXfrm>
        <a:off x="5505125" y="1172292"/>
        <a:ext cx="1372851" cy="549140"/>
      </dsp:txXfrm>
    </dsp:sp>
    <dsp:sp modelId="{5BEFB096-3CE1-4193-B54E-24B1C2EDE422}">
      <dsp:nvSpPr>
        <dsp:cNvPr id="0" name=""/>
        <dsp:cNvSpPr/>
      </dsp:nvSpPr>
      <dsp:spPr>
        <a:xfrm>
          <a:off x="1849907" y="2064646"/>
          <a:ext cx="617783" cy="6177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4C1AF-B095-43C1-8B9A-568969446E27}">
      <dsp:nvSpPr>
        <dsp:cNvPr id="0" name=""/>
        <dsp:cNvSpPr/>
      </dsp:nvSpPr>
      <dsp:spPr>
        <a:xfrm>
          <a:off x="1472373" y="2909594"/>
          <a:ext cx="1372851" cy="54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5. Trainer-member chat</a:t>
          </a:r>
        </a:p>
      </dsp:txBody>
      <dsp:txXfrm>
        <a:off x="1472373" y="2909594"/>
        <a:ext cx="1372851" cy="549140"/>
      </dsp:txXfrm>
    </dsp:sp>
    <dsp:sp modelId="{20F12A00-4600-4B68-BDE5-AD1095B01970}">
      <dsp:nvSpPr>
        <dsp:cNvPr id="0" name=""/>
        <dsp:cNvSpPr/>
      </dsp:nvSpPr>
      <dsp:spPr>
        <a:xfrm>
          <a:off x="3463008" y="2064646"/>
          <a:ext cx="617783" cy="61778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28705-33AD-45AF-B287-7B83B0C85EE6}">
      <dsp:nvSpPr>
        <dsp:cNvPr id="0" name=""/>
        <dsp:cNvSpPr/>
      </dsp:nvSpPr>
      <dsp:spPr>
        <a:xfrm>
          <a:off x="3085474" y="2909594"/>
          <a:ext cx="1372851" cy="54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6. Attendance tracking</a:t>
          </a:r>
        </a:p>
      </dsp:txBody>
      <dsp:txXfrm>
        <a:off x="3085474" y="2909594"/>
        <a:ext cx="1372851" cy="549140"/>
      </dsp:txXfrm>
    </dsp:sp>
    <dsp:sp modelId="{15E2647A-932D-4EDD-9ED3-6C898DDF2082}">
      <dsp:nvSpPr>
        <dsp:cNvPr id="0" name=""/>
        <dsp:cNvSpPr/>
      </dsp:nvSpPr>
      <dsp:spPr>
        <a:xfrm>
          <a:off x="5076108" y="2064646"/>
          <a:ext cx="617783" cy="61778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0EB15-138C-4ECE-8FC6-E6FB1D660DB1}">
      <dsp:nvSpPr>
        <dsp:cNvPr id="0" name=""/>
        <dsp:cNvSpPr/>
      </dsp:nvSpPr>
      <dsp:spPr>
        <a:xfrm>
          <a:off x="4698574" y="2909594"/>
          <a:ext cx="1372851" cy="54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7. Progress reports</a:t>
          </a:r>
        </a:p>
      </dsp:txBody>
      <dsp:txXfrm>
        <a:off x="4698574" y="2909594"/>
        <a:ext cx="1372851" cy="5491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14B0E-BA4A-4E11-8439-98FE6B43E6D7}">
      <dsp:nvSpPr>
        <dsp:cNvPr id="0" name=""/>
        <dsp:cNvSpPr/>
      </dsp:nvSpPr>
      <dsp:spPr>
        <a:xfrm>
          <a:off x="0" y="1107423"/>
          <a:ext cx="2121693" cy="134727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21232-B7B8-40DD-9111-90DC1792EEC0}">
      <dsp:nvSpPr>
        <dsp:cNvPr id="0" name=""/>
        <dsp:cNvSpPr/>
      </dsp:nvSpPr>
      <dsp:spPr>
        <a:xfrm>
          <a:off x="235743" y="1331380"/>
          <a:ext cx="2121693" cy="134727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1. Handle 500+ concurrent users</a:t>
          </a:r>
        </a:p>
      </dsp:txBody>
      <dsp:txXfrm>
        <a:off x="275203" y="1370840"/>
        <a:ext cx="2042773" cy="1268355"/>
      </dsp:txXfrm>
    </dsp:sp>
    <dsp:sp modelId="{FE6963ED-447E-4BA0-A0EA-201075B41194}">
      <dsp:nvSpPr>
        <dsp:cNvPr id="0" name=""/>
        <dsp:cNvSpPr/>
      </dsp:nvSpPr>
      <dsp:spPr>
        <a:xfrm>
          <a:off x="2593181" y="1107423"/>
          <a:ext cx="2121693" cy="134727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CD4818-ABFE-4771-B963-FD323C74D131}">
      <dsp:nvSpPr>
        <dsp:cNvPr id="0" name=""/>
        <dsp:cNvSpPr/>
      </dsp:nvSpPr>
      <dsp:spPr>
        <a:xfrm>
          <a:off x="2828925" y="1331380"/>
          <a:ext cx="2121693" cy="134727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2. Response &lt; 3s</a:t>
          </a:r>
        </a:p>
      </dsp:txBody>
      <dsp:txXfrm>
        <a:off x="2868385" y="1370840"/>
        <a:ext cx="2042773" cy="1268355"/>
      </dsp:txXfrm>
    </dsp:sp>
    <dsp:sp modelId="{E79801AB-BE2E-44B8-B583-A3D0480E2876}">
      <dsp:nvSpPr>
        <dsp:cNvPr id="0" name=""/>
        <dsp:cNvSpPr/>
      </dsp:nvSpPr>
      <dsp:spPr>
        <a:xfrm>
          <a:off x="5186362" y="1107423"/>
          <a:ext cx="2121693" cy="134727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6F71D-C13D-453C-B4D1-28B39C4F0D51}">
      <dsp:nvSpPr>
        <dsp:cNvPr id="0" name=""/>
        <dsp:cNvSpPr/>
      </dsp:nvSpPr>
      <dsp:spPr>
        <a:xfrm>
          <a:off x="5422106" y="1331380"/>
          <a:ext cx="2121693" cy="134727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3. 99% uptime with cloud redundancy</a:t>
          </a:r>
        </a:p>
      </dsp:txBody>
      <dsp:txXfrm>
        <a:off x="5461566" y="1370840"/>
        <a:ext cx="2042773" cy="126835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ADC8EE-B2C2-48B8-9321-D7AF0A790E91}">
      <dsp:nvSpPr>
        <dsp:cNvPr id="0" name=""/>
        <dsp:cNvSpPr/>
      </dsp:nvSpPr>
      <dsp:spPr>
        <a:xfrm>
          <a:off x="709509" y="160539"/>
          <a:ext cx="2093062" cy="20930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C5F9EE-B053-411F-8CF7-88A10C313194}">
      <dsp:nvSpPr>
        <dsp:cNvPr id="0" name=""/>
        <dsp:cNvSpPr/>
      </dsp:nvSpPr>
      <dsp:spPr>
        <a:xfrm>
          <a:off x="1155571" y="606602"/>
          <a:ext cx="1200937" cy="1200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4224D-0FF8-4025-9770-9F4DC299780E}">
      <dsp:nvSpPr>
        <dsp:cNvPr id="0" name=""/>
        <dsp:cNvSpPr/>
      </dsp:nvSpPr>
      <dsp:spPr>
        <a:xfrm>
          <a:off x="40415" y="2905540"/>
          <a:ext cx="34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44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/>
            <a:t>• Mindbody App</a:t>
          </a:r>
        </a:p>
      </dsp:txBody>
      <dsp:txXfrm>
        <a:off x="40415" y="2905540"/>
        <a:ext cx="3431250" cy="720000"/>
      </dsp:txXfrm>
    </dsp:sp>
    <dsp:sp modelId="{0C4BF2ED-DBD9-4B98-880F-EF5006CD0A7A}">
      <dsp:nvSpPr>
        <dsp:cNvPr id="0" name=""/>
        <dsp:cNvSpPr/>
      </dsp:nvSpPr>
      <dsp:spPr>
        <a:xfrm>
          <a:off x="4741228" y="160539"/>
          <a:ext cx="2093062" cy="20930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239B19-EAA7-484E-89D8-D3EFB60E5870}">
      <dsp:nvSpPr>
        <dsp:cNvPr id="0" name=""/>
        <dsp:cNvSpPr/>
      </dsp:nvSpPr>
      <dsp:spPr>
        <a:xfrm>
          <a:off x="5187290" y="606602"/>
          <a:ext cx="1200937" cy="1200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926DCE-94B8-42AF-8D9E-E1934C0915B0}">
      <dsp:nvSpPr>
        <dsp:cNvPr id="0" name=""/>
        <dsp:cNvSpPr/>
      </dsp:nvSpPr>
      <dsp:spPr>
        <a:xfrm>
          <a:off x="4072134" y="2905540"/>
          <a:ext cx="34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44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/>
            <a:t>• Virtuagym</a:t>
          </a:r>
        </a:p>
      </dsp:txBody>
      <dsp:txXfrm>
        <a:off x="4072134" y="2905540"/>
        <a:ext cx="343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5999-323E-49F8-AF22-EC3A74A01746}" type="datetimeFigureOut">
              <a:rPr lang="en-US" smtClean="0"/>
              <a:t>21-Oct-25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8DC77-E939-4230-ACF9-C30C27E24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90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8DC77-E939-4230-ACF9-C30C27E243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208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64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217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87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39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7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76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21-Oct-25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39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12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2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9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21-Oct-25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03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808" y="516835"/>
            <a:ext cx="2325102" cy="2103875"/>
          </a:xfrm>
        </p:spPr>
        <p:txBody>
          <a:bodyPr>
            <a:normAutofit/>
          </a:bodyPr>
          <a:lstStyle/>
          <a:p>
            <a:r>
              <a:rPr lang="en-US" sz="2600"/>
              <a:t>Kettlebell: Revolutionizing Gym Management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3195" y="2633962"/>
            <a:ext cx="20574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EAA5F0-3340-BEE9-D087-8122AD0B4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278" y="2736575"/>
            <a:ext cx="2313633" cy="21038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300" dirty="0"/>
              <a:t>A smart platform enabling personalized fitness, streamlined trainer-member communication, and centralized data for smarter goals.</a:t>
            </a:r>
          </a:p>
          <a:p>
            <a:pPr marL="0" indent="0">
              <a:buNone/>
            </a:pPr>
            <a:endParaRPr lang="en-US" sz="1300" dirty="0"/>
          </a:p>
        </p:txBody>
      </p:sp>
      <p:pic>
        <p:nvPicPr>
          <p:cNvPr id="7" name="Picture 6" descr="An image of two dumbells against sunlight">
            <a:extLst>
              <a:ext uri="{FF2B5EF4-FFF2-40B4-BE49-F238E27FC236}">
                <a16:creationId xmlns:a16="http://schemas.microsoft.com/office/drawing/2014/main" id="{AE451ACB-8A53-C1F2-B621-089B3685F5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27" r="10961" b="-1"/>
          <a:stretch>
            <a:fillRect/>
          </a:stretch>
        </p:blipFill>
        <p:spPr>
          <a:xfrm>
            <a:off x="3056282" y="10"/>
            <a:ext cx="6083454" cy="6857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569C0E-E549-C052-6B26-8E3DFB72D7FA}"/>
              </a:ext>
            </a:extLst>
          </p:cNvPr>
          <p:cNvSpPr txBox="1"/>
          <p:nvPr/>
        </p:nvSpPr>
        <p:spPr>
          <a:xfrm>
            <a:off x="357808" y="5375648"/>
            <a:ext cx="269847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Course: CSE 327</a:t>
            </a:r>
          </a:p>
          <a:p>
            <a:r>
              <a:rPr lang="en-US" sz="1100" dirty="0"/>
              <a:t>Team : </a:t>
            </a:r>
            <a:r>
              <a:rPr lang="en-US" sz="1100" dirty="0" err="1"/>
              <a:t>SatoriX</a:t>
            </a:r>
            <a:endParaRPr lang="en-US" sz="1100" dirty="0"/>
          </a:p>
          <a:p>
            <a:r>
              <a:rPr lang="en-US" sz="1100" dirty="0"/>
              <a:t>Supervisor: ITN</a:t>
            </a:r>
          </a:p>
          <a:p>
            <a:r>
              <a:rPr lang="en-US" sz="1100" dirty="0"/>
              <a:t>Date: 12 oct, 2025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763" y="634946"/>
            <a:ext cx="3845379" cy="1450757"/>
          </a:xfrm>
        </p:spPr>
        <p:txBody>
          <a:bodyPr>
            <a:normAutofit/>
          </a:bodyPr>
          <a:lstStyle/>
          <a:p>
            <a:r>
              <a:t>Problem Statement</a:t>
            </a:r>
          </a:p>
        </p:txBody>
      </p:sp>
      <p:pic>
        <p:nvPicPr>
          <p:cNvPr id="7" name="Graphic 6" descr="Dumbbell">
            <a:extLst>
              <a:ext uri="{FF2B5EF4-FFF2-40B4-BE49-F238E27FC236}">
                <a16:creationId xmlns:a16="http://schemas.microsoft.com/office/drawing/2014/main" id="{102EDC0B-B25E-F6BB-A4AB-F86852147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394" y="1224619"/>
            <a:ext cx="4088720" cy="408872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08763" y="2086188"/>
            <a:ext cx="356160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8763" y="2198914"/>
            <a:ext cx="3845379" cy="3670180"/>
          </a:xfrm>
        </p:spPr>
        <p:txBody>
          <a:bodyPr>
            <a:normAutofit/>
          </a:bodyPr>
          <a:lstStyle/>
          <a:p>
            <a:r>
              <a:t>Modern gyms face challenges in managing trainers, members, and personalizing fitness plans. Trainers struggle to track progress, and members receive generic plans. There’s a lack of centralized digital management.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F7E42D-8B5A-4FC8-81CD-9E60171F7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2ABBA-C690-7358-C059-9BC677FDC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2103875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Elevator Pitch</a:t>
            </a:r>
            <a:br>
              <a:rPr lang="en-US" sz="3100">
                <a:solidFill>
                  <a:srgbClr val="FFFFFF"/>
                </a:solidFill>
              </a:rPr>
            </a:br>
            <a:endParaRPr lang="en-US" sz="31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310C6-065B-A3DC-45F4-5948FD3A7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278" y="2653800"/>
            <a:ext cx="2313633" cy="3335519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rPr lang="en-US" sz="1300" dirty="0">
                <a:solidFill>
                  <a:srgbClr val="FFFFFF"/>
                </a:solidFill>
              </a:rPr>
              <a:t>Kettlebell is a digital gym management platform connecting gyms, trainers, and members.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rPr lang="en-US" sz="1300" dirty="0">
                <a:solidFill>
                  <a:srgbClr val="FFFFFF"/>
                </a:solidFill>
              </a:rPr>
              <a:t>It allows trainers to assign workouts, diets, and review member videos.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rPr lang="en-US" sz="1300" dirty="0">
                <a:solidFill>
                  <a:srgbClr val="FFFFFF"/>
                </a:solidFill>
              </a:rPr>
              <a:t>Gyms manage members and trainers efficiently with smooth experience.</a:t>
            </a:r>
          </a:p>
          <a:p>
            <a:endParaRPr lang="en-US" sz="1300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6C85C2-D82B-D791-C89D-3ACE1727F8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45" r="17758"/>
          <a:stretch>
            <a:fillRect/>
          </a:stretch>
        </p:blipFill>
        <p:spPr>
          <a:xfrm>
            <a:off x="3056282" y="10"/>
            <a:ext cx="6083454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C04651D-B9F4-4935-A02D-364153FBD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20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03C12B-32BF-C0C0-7DEE-B79FBCD78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E3AFB-3566-22F7-18CC-022223783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US"/>
              <a:t>Business Model: Gym Subscriptions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E046CC-4237-F630-1374-19B366A5C6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2865163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690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Target Users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3810B6-BBC8-DE58-DC0B-160FEFBE10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941956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E00694-E403-4987-8634-15F6D8E4C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dirty="0"/>
              <a:t>/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6A99BC-1C97-D31B-5315-5C9B202A6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4844374"/>
            <a:ext cx="7543800" cy="1188995"/>
          </a:xfrm>
        </p:spPr>
        <p:txBody>
          <a:bodyPr anchor="ctr">
            <a:normAutofit/>
          </a:bodyPr>
          <a:lstStyle/>
          <a:p>
            <a:pPr algn="ctr"/>
            <a:r>
              <a:rPr lang="en-US" sz="4100" dirty="0"/>
              <a:t>Business Model- User Subscriptions</a:t>
            </a:r>
            <a:br>
              <a:rPr lang="en-US" sz="4100" dirty="0"/>
            </a:br>
            <a:endParaRPr lang="en-US" sz="41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DF5554-75A4-62BB-ACB0-3DDB81FCF0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2524952"/>
              </p:ext>
            </p:extLst>
          </p:nvPr>
        </p:nvGraphicFramePr>
        <p:xfrm>
          <a:off x="777239" y="680936"/>
          <a:ext cx="7589521" cy="3765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8764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US"/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43D023-8AF6-1DAD-F403-E1DCFCD1A3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499630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Project Scope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DC2E812-4825-8DBF-95E6-4C6994824D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649465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Risks &amp; Mitigation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9E10B2-CE53-2E0A-0F64-0F91C1BB72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1864255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9E80720-23E6-4B89-B77E-04A7689F1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1D3CA1-3EB6-41F3-A419-8424B56B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87F7B2-AA36-4B58-BC2C-1BBA135E8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ABB8592-CBE8-EA54-4D55-DF2DA6D61C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8700303"/>
              </p:ext>
            </p:extLst>
          </p:nvPr>
        </p:nvGraphicFramePr>
        <p:xfrm>
          <a:off x="482599" y="643467"/>
          <a:ext cx="8175358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99000"/>
                <a:satMod val="140000"/>
              </a:schemeClr>
            </a:gs>
            <a:gs pos="65000">
              <a:schemeClr val="bg2">
                <a:tint val="100000"/>
                <a:shade val="80000"/>
                <a:satMod val="130000"/>
              </a:schemeClr>
            </a:gs>
            <a:gs pos="100000">
              <a:schemeClr val="bg2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68FFDD2-0031-4BB1-BBE0-655DB04E8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rawings on colorful paper">
            <a:extLst>
              <a:ext uri="{FF2B5EF4-FFF2-40B4-BE49-F238E27FC236}">
                <a16:creationId xmlns:a16="http://schemas.microsoft.com/office/drawing/2014/main" id="{433517C3-37EC-D1AB-DBB3-2EC11A11CAB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65000"/>
          </a:blip>
          <a:srcRect t="4545" r="19091" b="4546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AB737C5D-A080-46FC-A853-72857762C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" y="0"/>
            <a:ext cx="5660909" cy="6858000"/>
          </a:xfrm>
          <a:prstGeom prst="rect">
            <a:avLst/>
          </a:prstGeom>
          <a:solidFill>
            <a:schemeClr val="accent2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48" y="516835"/>
            <a:ext cx="4486744" cy="1666501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Sample 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48" y="2240280"/>
            <a:ext cx="4486743" cy="3652667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Problem: </a:t>
            </a:r>
          </a:p>
          <a:p>
            <a:r>
              <a:rPr lang="en-US" sz="1600">
                <a:solidFill>
                  <a:srgbClr val="FFFFFF"/>
                </a:solidFill>
              </a:rPr>
              <a:t>Member lacks form feedback.</a:t>
            </a:r>
          </a:p>
          <a:p>
            <a:endParaRPr lang="en-US" sz="1600">
              <a:solidFill>
                <a:srgbClr val="FFFFFF"/>
              </a:solidFill>
            </a:endParaRPr>
          </a:p>
          <a:p>
            <a:r>
              <a:rPr lang="en-US" sz="1600">
                <a:solidFill>
                  <a:srgbClr val="FFFFFF"/>
                </a:solidFill>
              </a:rPr>
              <a:t>Solution: </a:t>
            </a:r>
          </a:p>
          <a:p>
            <a:r>
              <a:rPr lang="en-US" sz="1600">
                <a:solidFill>
                  <a:srgbClr val="FFFFFF"/>
                </a:solidFill>
              </a:rPr>
              <a:t>Member uploads video → Trainer reviews → Provides feedback → Member improves performance.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3D9690C-472F-43F9-842A-94EFD7895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0920" y="0"/>
            <a:ext cx="48006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Functional Requirements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EA4AFC-705C-85F3-0AB7-DA43964B91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6954835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US"/>
              <a:t>Non-Functional Requirements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1B382D9-7425-9257-753F-078275F15F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79252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5A1B47C8-47A0-4A88-8830-6DEA3B5DE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trainer&#10;&#10;AI-generated content may be incorrect.">
            <a:extLst>
              <a:ext uri="{FF2B5EF4-FFF2-40B4-BE49-F238E27FC236}">
                <a16:creationId xmlns:a16="http://schemas.microsoft.com/office/drawing/2014/main" id="{B58A52C7-B852-FF8B-80CD-3060C978E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99" y="1075625"/>
            <a:ext cx="4706750" cy="470675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984BBFDD-E720-4805-A9C8-129FBBF6D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5710114" y="0"/>
            <a:ext cx="343855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2663" y="640080"/>
            <a:ext cx="2744435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>
                <a:solidFill>
                  <a:srgbClr val="FFFFFF"/>
                </a:solidFill>
              </a:rPr>
              <a:t>Role-Wise Features Diagram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AC4BE46-4A77-42FE-9D15-065CDB2F8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7679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miling while holding a phone&#10;&#10;AI-generated content may be incorrect.">
            <a:extLst>
              <a:ext uri="{FF2B5EF4-FFF2-40B4-BE49-F238E27FC236}">
                <a16:creationId xmlns:a16="http://schemas.microsoft.com/office/drawing/2014/main" id="{A030BF85-1525-17A0-1956-7395E4D28F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l="8542" r="279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549E29-E797-4A00-B030-3AB01640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User Story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5734"/>
            <a:ext cx="7543800" cy="402336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As a member, I want to upload videos so my trainer can correct my posture.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Acceptance Criteria:</a:t>
            </a:r>
          </a:p>
          <a:p>
            <a:r>
              <a:rPr lang="en-US" sz="1100" dirty="0">
                <a:solidFill>
                  <a:schemeClr val="tx1"/>
                </a:solidFill>
              </a:rPr>
              <a:t>• Upload ≤200MB</a:t>
            </a:r>
          </a:p>
          <a:p>
            <a:r>
              <a:rPr lang="en-US" sz="1100" dirty="0">
                <a:solidFill>
                  <a:schemeClr val="tx1"/>
                </a:solidFill>
              </a:rPr>
              <a:t>• Trainer can comment &amp; rate</a:t>
            </a:r>
          </a:p>
          <a:p>
            <a:r>
              <a:rPr lang="en-US" sz="1100" dirty="0">
                <a:solidFill>
                  <a:schemeClr val="tx1"/>
                </a:solidFill>
              </a:rPr>
              <a:t>• Notification sent upon feedback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09E9FA-BDDE-45C4-8F5E-974D4208D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37E529-E43B-4948-B3C4-7F6B806FC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holding a clipboard in a gym&#10;&#10;AI-generated content may be incorrect.">
            <a:extLst>
              <a:ext uri="{FF2B5EF4-FFF2-40B4-BE49-F238E27FC236}">
                <a16:creationId xmlns:a16="http://schemas.microsoft.com/office/drawing/2014/main" id="{9F19C49A-3E06-C86E-66D7-E63E195BEA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11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5549E29-E797-4A00-B030-3AB01640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User Story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5734"/>
            <a:ext cx="7543800" cy="4023360"/>
          </a:xfrm>
        </p:spPr>
        <p:txBody>
          <a:bodyPr>
            <a:normAutofit lnSpcReduction="1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As a trainer, I want to assign custom diets and exercises.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Acceptance Criteria:</a:t>
            </a:r>
          </a:p>
          <a:p>
            <a:r>
              <a:rPr lang="en-US" sz="1100" dirty="0">
                <a:solidFill>
                  <a:schemeClr val="tx1"/>
                </a:solidFill>
              </a:rPr>
              <a:t>• Select templates or create plans</a:t>
            </a:r>
          </a:p>
          <a:p>
            <a:r>
              <a:rPr lang="en-US" sz="1100" dirty="0">
                <a:solidFill>
                  <a:schemeClr val="tx1"/>
                </a:solidFill>
              </a:rPr>
              <a:t>• Member notified instantly</a:t>
            </a:r>
          </a:p>
          <a:p>
            <a:r>
              <a:rPr lang="en-US" sz="1100" dirty="0">
                <a:solidFill>
                  <a:schemeClr val="tx1"/>
                </a:solidFill>
              </a:rPr>
              <a:t>• Appears on dashboard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09E9FA-BDDE-45C4-8F5E-974D4208D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37E529-E43B-4948-B3C4-7F6B806FC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suit with his arms crossed&#10;&#10;AI-generated content may be incorrect.">
            <a:extLst>
              <a:ext uri="{FF2B5EF4-FFF2-40B4-BE49-F238E27FC236}">
                <a16:creationId xmlns:a16="http://schemas.microsoft.com/office/drawing/2014/main" id="{16265912-86F7-FC4A-EFAF-96FA26C545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666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5549E29-E797-4A00-B030-3AB01640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User Story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5734"/>
            <a:ext cx="7543800" cy="402336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As a gym owner, I want analytics to evaluate trainer performance.</a:t>
            </a:r>
          </a:p>
          <a:p>
            <a:endParaRPr lang="en-US" sz="1100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Acceptance Criteria:</a:t>
            </a:r>
          </a:p>
          <a:p>
            <a:r>
              <a:rPr lang="en-US" sz="1100" dirty="0">
                <a:solidFill>
                  <a:schemeClr val="tx1"/>
                </a:solidFill>
              </a:rPr>
              <a:t>• Reports with charts</a:t>
            </a:r>
          </a:p>
          <a:p>
            <a:r>
              <a:rPr lang="en-US" sz="1100" dirty="0">
                <a:solidFill>
                  <a:schemeClr val="tx1"/>
                </a:solidFill>
              </a:rPr>
              <a:t>• Filter by trainer/date</a:t>
            </a:r>
          </a:p>
          <a:p>
            <a:r>
              <a:rPr lang="en-US" sz="1100" dirty="0">
                <a:solidFill>
                  <a:schemeClr val="tx1"/>
                </a:solidFill>
              </a:rPr>
              <a:t>• Export PDF/CSV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09E9FA-BDDE-45C4-8F5E-974D4208D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37E529-E43B-4948-B3C4-7F6B806FC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1B47C8-47A0-4A88-8830-6DEA3B5DE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cloud storage system&#10;&#10;AI-generated content may be incorrect.">
            <a:extLst>
              <a:ext uri="{FF2B5EF4-FFF2-40B4-BE49-F238E27FC236}">
                <a16:creationId xmlns:a16="http://schemas.microsoft.com/office/drawing/2014/main" id="{1C2CFE36-4509-636F-4CE0-8D091C0F5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499" y="1075625"/>
            <a:ext cx="4706750" cy="47067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84BBFDD-E720-4805-A9C8-129FBBF6D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5710114" y="0"/>
            <a:ext cx="343855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FC4F3-3D6C-774A-33F6-F4BEB03DA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2663" y="640080"/>
            <a:ext cx="2744435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>
                <a:solidFill>
                  <a:srgbClr val="FFFFFF"/>
                </a:solidFill>
              </a:rPr>
              <a:t>A high-level software diagram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C4BE46-4A77-42FE-9D15-065CDB2F8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7679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24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763" y="634946"/>
            <a:ext cx="3845379" cy="1450757"/>
          </a:xfrm>
        </p:spPr>
        <p:txBody>
          <a:bodyPr>
            <a:normAutofit/>
          </a:bodyPr>
          <a:lstStyle/>
          <a:p>
            <a:r>
              <a:rPr lang="en-US"/>
              <a:t>Technology Stack</a:t>
            </a:r>
          </a:p>
        </p:txBody>
      </p:sp>
      <p:pic>
        <p:nvPicPr>
          <p:cNvPr id="16" name="Picture 15" descr="Abstract background">
            <a:extLst>
              <a:ext uri="{FF2B5EF4-FFF2-40B4-BE49-F238E27FC236}">
                <a16:creationId xmlns:a16="http://schemas.microsoft.com/office/drawing/2014/main" id="{15D557A0-D599-D3FE-2206-87C0593410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33" r="14982" b="2"/>
          <a:stretch>
            <a:fillRect/>
          </a:stretch>
        </p:blipFill>
        <p:spPr>
          <a:xfrm>
            <a:off x="1193582" y="645106"/>
            <a:ext cx="2666345" cy="5247747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08763" y="2086188"/>
            <a:ext cx="356160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8763" y="2198914"/>
            <a:ext cx="3845379" cy="3670180"/>
          </a:xfrm>
        </p:spPr>
        <p:txBody>
          <a:bodyPr>
            <a:normAutofit/>
          </a:bodyPr>
          <a:lstStyle/>
          <a:p>
            <a:r>
              <a:rPr lang="en-US" dirty="0"/>
              <a:t>Frontend: React.js / Flutter</a:t>
            </a:r>
          </a:p>
          <a:p>
            <a:r>
              <a:rPr lang="en-US" dirty="0"/>
              <a:t>Backend: Node.js (Express)</a:t>
            </a:r>
          </a:p>
          <a:p>
            <a:r>
              <a:rPr lang="en-US" dirty="0"/>
              <a:t>Database: MongoDB</a:t>
            </a:r>
          </a:p>
          <a:p>
            <a:r>
              <a:rPr lang="en-US" dirty="0"/>
              <a:t>Cloud: </a:t>
            </a:r>
            <a:r>
              <a:rPr lang="en-US" dirty="0" err="1"/>
              <a:t>Vercel</a:t>
            </a:r>
            <a:r>
              <a:rPr lang="en-US" dirty="0"/>
              <a:t> / </a:t>
            </a:r>
            <a:r>
              <a:rPr lang="en-US" dirty="0" err="1"/>
              <a:t>netlify</a:t>
            </a:r>
            <a:r>
              <a:rPr lang="en-US" dirty="0"/>
              <a:t> </a:t>
            </a:r>
          </a:p>
          <a:p>
            <a:r>
              <a:rPr lang="en-US" dirty="0"/>
              <a:t>Auth: Firebase</a:t>
            </a:r>
          </a:p>
          <a:p>
            <a:r>
              <a:rPr lang="en-US" dirty="0"/>
              <a:t>Version Control: GitHub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4613" y="634946"/>
            <a:ext cx="2767693" cy="1450757"/>
          </a:xfrm>
        </p:spPr>
        <p:txBody>
          <a:bodyPr>
            <a:normAutofit/>
          </a:bodyPr>
          <a:lstStyle/>
          <a:p>
            <a:r>
              <a:rPr lang="en-US" sz="4400" dirty="0"/>
              <a:t>Gantt Chart</a:t>
            </a:r>
          </a:p>
        </p:txBody>
      </p:sp>
      <p:pic>
        <p:nvPicPr>
          <p:cNvPr id="12" name="Picture 11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085F8173-1FC2-971D-CF20-D7541A376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99" y="1567674"/>
            <a:ext cx="5375029" cy="3587832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19107" y="2085703"/>
            <a:ext cx="26746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3417" y="2384368"/>
            <a:ext cx="2767693" cy="3670180"/>
          </a:xfrm>
        </p:spPr>
        <p:txBody>
          <a:bodyPr>
            <a:normAutofit/>
          </a:bodyPr>
          <a:lstStyle/>
          <a:p>
            <a:r>
              <a:rPr lang="en-US" sz="1200" dirty="0"/>
              <a:t>Week 1: Requirements</a:t>
            </a:r>
          </a:p>
          <a:p>
            <a:r>
              <a:rPr lang="en-US" sz="1200" dirty="0"/>
              <a:t>Week 2-3: Design</a:t>
            </a:r>
          </a:p>
          <a:p>
            <a:r>
              <a:rPr lang="en-US" sz="1200" dirty="0"/>
              <a:t>Week 4-6: Backend Dev</a:t>
            </a:r>
          </a:p>
          <a:p>
            <a:r>
              <a:rPr lang="en-US" sz="1200" dirty="0"/>
              <a:t>Week 7-9: Frontend Dev</a:t>
            </a:r>
          </a:p>
          <a:p>
            <a:r>
              <a:rPr lang="en-US" sz="1200" dirty="0"/>
              <a:t>Week 10-11: Testing</a:t>
            </a:r>
          </a:p>
          <a:p>
            <a:r>
              <a:rPr lang="en-US" sz="1200" dirty="0"/>
              <a:t>Week 12: Deployment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Work Distribution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5248" y="605896"/>
            <a:ext cx="5754488" cy="5646208"/>
          </a:xfrm>
        </p:spPr>
        <p:txBody>
          <a:bodyPr anchor="ctr">
            <a:normAutofit/>
          </a:bodyPr>
          <a:lstStyle/>
          <a:p>
            <a:r>
              <a:rPr lang="en-US" dirty="0"/>
              <a:t>Tasnif Gaffar Pronoy</a:t>
            </a:r>
            <a:r>
              <a:rPr dirty="0"/>
              <a:t>: </a:t>
            </a:r>
            <a:r>
              <a:rPr lang="en-US" dirty="0"/>
              <a:t>Frontend and design UI,UX.</a:t>
            </a:r>
          </a:p>
          <a:p>
            <a:r>
              <a:rPr dirty="0"/>
              <a:t>Me</a:t>
            </a:r>
            <a:r>
              <a:rPr lang="en-US" dirty="0"/>
              <a:t>hedi Hasan </a:t>
            </a:r>
            <a:r>
              <a:rPr lang="en-US" dirty="0" err="1"/>
              <a:t>siam</a:t>
            </a:r>
            <a:r>
              <a:rPr dirty="0"/>
              <a:t>:</a:t>
            </a:r>
            <a:r>
              <a:rPr lang="en-US" dirty="0"/>
              <a:t> Backend and Database.</a:t>
            </a:r>
          </a:p>
          <a:p>
            <a:r>
              <a:rPr lang="en-US" dirty="0"/>
              <a:t>Sabbir Ahmed: QA and Testing.</a:t>
            </a:r>
          </a:p>
          <a:p>
            <a:r>
              <a:rPr lang="en-US" dirty="0"/>
              <a:t>Farhan </a:t>
            </a:r>
            <a:r>
              <a:rPr lang="en-US" dirty="0" err="1"/>
              <a:t>sadik</a:t>
            </a:r>
            <a:r>
              <a:rPr lang="en-US" dirty="0"/>
              <a:t> </a:t>
            </a:r>
            <a:r>
              <a:rPr lang="en-US" dirty="0" err="1"/>
              <a:t>arnob</a:t>
            </a:r>
            <a:r>
              <a:rPr dirty="0"/>
              <a:t>: Doc</a:t>
            </a:r>
            <a:r>
              <a:rPr lang="en-US" dirty="0"/>
              <a:t>umentation and deployment.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F41DFE-3485-3C54-DCCC-D9E5E8EFA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41961-F890-CBF5-8391-52AC4F2CA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US"/>
              <a:t>References: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2A5C67-1294-CDF7-744D-9EFF2701AF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250465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32062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D079E-A407-5F22-009C-AF60DCE40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991539-FE7A-CE7D-779D-629860A6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078" y="634946"/>
            <a:ext cx="4931229" cy="1450757"/>
          </a:xfrm>
        </p:spPr>
        <p:txBody>
          <a:bodyPr>
            <a:normAutofit/>
          </a:bodyPr>
          <a:lstStyle/>
          <a:p>
            <a:r>
              <a:rPr lang="en-US" dirty="0"/>
              <a:t>Novelty: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03FA1425-1C4E-094E-7527-D5788BF76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99" y="1796791"/>
            <a:ext cx="3000986" cy="300098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1077" y="2086188"/>
            <a:ext cx="456732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A2E8E-F00C-8CFC-7608-0FB444F00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1076" y="2198914"/>
            <a:ext cx="4931230" cy="36701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• Multi-gym platform</a:t>
            </a:r>
          </a:p>
          <a:p>
            <a:r>
              <a:rPr dirty="0"/>
              <a:t>• Video posture feedback</a:t>
            </a:r>
          </a:p>
          <a:p>
            <a:r>
              <a:rPr dirty="0"/>
              <a:t>• Analytics dashboard</a:t>
            </a:r>
          </a:p>
          <a:p>
            <a:r>
              <a:rPr dirty="0"/>
              <a:t>• Future AI integration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174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4613" y="634946"/>
            <a:ext cx="2767693" cy="1450757"/>
          </a:xfrm>
        </p:spPr>
        <p:txBody>
          <a:bodyPr>
            <a:normAutofit/>
          </a:bodyPr>
          <a:lstStyle/>
          <a:p>
            <a:r>
              <a:rPr lang="en-US" sz="4400"/>
              <a:t>Conclusion</a:t>
            </a:r>
          </a:p>
        </p:txBody>
      </p:sp>
      <p:pic>
        <p:nvPicPr>
          <p:cNvPr id="5" name="Picture 4" descr="Kettlebells on the floor">
            <a:extLst>
              <a:ext uri="{FF2B5EF4-FFF2-40B4-BE49-F238E27FC236}">
                <a16:creationId xmlns:a16="http://schemas.microsoft.com/office/drawing/2014/main" id="{BEBC2EC8-A54D-AAAB-A9A3-A26FDCF0E9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09" r="-1" b="-1"/>
          <a:stretch>
            <a:fillRect/>
          </a:stretch>
        </p:blipFill>
        <p:spPr>
          <a:xfrm>
            <a:off x="475499" y="640081"/>
            <a:ext cx="5182351" cy="531440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19107" y="2085703"/>
            <a:ext cx="26746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4613" y="2198913"/>
            <a:ext cx="2767693" cy="3755565"/>
          </a:xfrm>
        </p:spPr>
        <p:txBody>
          <a:bodyPr>
            <a:normAutofit/>
          </a:bodyPr>
          <a:lstStyle/>
          <a:p>
            <a:r>
              <a:t>Kettlebell transforms traditional gym management into a smart, interactive ecosystem for gyms, trainers, and members with personalization and accountability.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29CBCE-21AE-419D-AC1F-8ACF510A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2DA012-1414-493D-888F-5D99D0BDA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273</TotalTime>
  <Words>702</Words>
  <Application>Microsoft Office PowerPoint</Application>
  <PresentationFormat>On-screen Show (4:3)</PresentationFormat>
  <Paragraphs>141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Calibri</vt:lpstr>
      <vt:lpstr>Calibri Light</vt:lpstr>
      <vt:lpstr>Retrospect</vt:lpstr>
      <vt:lpstr>Kettlebell: Revolutionizing Gym Management</vt:lpstr>
      <vt:lpstr>Problem Statement</vt:lpstr>
      <vt:lpstr>Elevator Pitch </vt:lpstr>
      <vt:lpstr>Business Model: Gym Subscriptions</vt:lpstr>
      <vt:lpstr>Target Users</vt:lpstr>
      <vt:lpstr>Business Model- User Subscriptions </vt:lpstr>
      <vt:lpstr>Objectives</vt:lpstr>
      <vt:lpstr>Project Scope</vt:lpstr>
      <vt:lpstr>Risks &amp; Mitigation</vt:lpstr>
      <vt:lpstr>Proposed Solution</vt:lpstr>
      <vt:lpstr>Sample Problem &amp; Solution</vt:lpstr>
      <vt:lpstr>Functional Requirements</vt:lpstr>
      <vt:lpstr>Non-Functional Requirements</vt:lpstr>
      <vt:lpstr>Role-Wise Features Diagram</vt:lpstr>
      <vt:lpstr>User Story 1</vt:lpstr>
      <vt:lpstr>User Story 2</vt:lpstr>
      <vt:lpstr>User Story 3</vt:lpstr>
      <vt:lpstr>A high-level software diagram</vt:lpstr>
      <vt:lpstr>Technology Stack</vt:lpstr>
      <vt:lpstr>Gantt Chart</vt:lpstr>
      <vt:lpstr>Work Distribution</vt:lpstr>
      <vt:lpstr>References:</vt:lpstr>
      <vt:lpstr>Novelty:  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Tasnif Pronoy</dc:creator>
  <cp:keywords/>
  <dc:description>generated using python-pptx</dc:description>
  <cp:lastModifiedBy>Tasnif Pronoy</cp:lastModifiedBy>
  <cp:revision>7</cp:revision>
  <dcterms:created xsi:type="dcterms:W3CDTF">2013-01-27T09:14:16Z</dcterms:created>
  <dcterms:modified xsi:type="dcterms:W3CDTF">2025-10-21T16:46:36Z</dcterms:modified>
  <cp:category/>
</cp:coreProperties>
</file>